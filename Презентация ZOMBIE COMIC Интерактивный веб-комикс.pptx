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7" r:id="rId5"/>
    <p:sldId id="268" r:id="rId6"/>
    <p:sldId id="269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E4D14D-0910-44C2-A4D6-ADD3D992C6AB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62D612D-317E-4685-A580-6DB6C6C930CF}">
      <dgm:prSet phldrT="[Текст]"/>
      <dgm:spPr>
        <a:solidFill>
          <a:srgbClr val="FF0000"/>
        </a:solidFill>
      </dgm:spPr>
      <dgm:t>
        <a:bodyPr/>
        <a:lstStyle/>
        <a:p>
          <a:r>
            <a:rPr lang="ru-RU" b="1" dirty="0"/>
            <a:t>Клиент (браузер пользователя)</a:t>
          </a:r>
        </a:p>
      </dgm:t>
    </dgm:pt>
    <dgm:pt modelId="{9FAE314E-9425-45B5-A401-9B7A95157AD7}" type="parTrans" cxnId="{2D800B1A-CA6B-4BE2-AB05-2F342DE50617}">
      <dgm:prSet/>
      <dgm:spPr/>
      <dgm:t>
        <a:bodyPr/>
        <a:lstStyle/>
        <a:p>
          <a:endParaRPr lang="ru-RU"/>
        </a:p>
      </dgm:t>
    </dgm:pt>
    <dgm:pt modelId="{0EB6356B-EA04-470C-BAB3-3DF85B515BF9}" type="sibTrans" cxnId="{2D800B1A-CA6B-4BE2-AB05-2F342DE50617}">
      <dgm:prSet/>
      <dgm:spPr/>
      <dgm:t>
        <a:bodyPr/>
        <a:lstStyle/>
        <a:p>
          <a:endParaRPr lang="ru-RU"/>
        </a:p>
      </dgm:t>
    </dgm:pt>
    <dgm:pt modelId="{D4A95073-2D82-499A-9F6E-22052F52AB94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3600" b="1" dirty="0"/>
            <a:t>HTML</a:t>
          </a:r>
          <a:endParaRPr lang="ru-RU" sz="3600" b="1" dirty="0"/>
        </a:p>
      </dgm:t>
    </dgm:pt>
    <dgm:pt modelId="{0F15EF43-29CC-4677-807F-6D0287DF5995}" type="parTrans" cxnId="{E6929929-8610-4367-9BE3-0D0CC1B8FF29}">
      <dgm:prSet/>
      <dgm:spPr/>
      <dgm:t>
        <a:bodyPr/>
        <a:lstStyle/>
        <a:p>
          <a:endParaRPr lang="ru-RU"/>
        </a:p>
      </dgm:t>
    </dgm:pt>
    <dgm:pt modelId="{0EC15C87-943C-460C-81C5-615D47EDCC69}" type="sibTrans" cxnId="{E6929929-8610-4367-9BE3-0D0CC1B8FF29}">
      <dgm:prSet/>
      <dgm:spPr/>
      <dgm:t>
        <a:bodyPr/>
        <a:lstStyle/>
        <a:p>
          <a:endParaRPr lang="ru-RU"/>
        </a:p>
      </dgm:t>
    </dgm:pt>
    <dgm:pt modelId="{0111F448-4B1D-455B-B5CE-829F880B589C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3600" b="1" dirty="0"/>
            <a:t>CSS</a:t>
          </a:r>
          <a:r>
            <a:rPr lang="en-US" sz="1200" dirty="0"/>
            <a:t> </a:t>
          </a:r>
          <a:endParaRPr lang="ru-RU" sz="1200" dirty="0"/>
        </a:p>
      </dgm:t>
    </dgm:pt>
    <dgm:pt modelId="{6384110E-9402-42BC-AF2F-FF656725D3F2}" type="parTrans" cxnId="{D41AF82A-E1BE-41C1-8D9C-F189926213F3}">
      <dgm:prSet/>
      <dgm:spPr/>
      <dgm:t>
        <a:bodyPr/>
        <a:lstStyle/>
        <a:p>
          <a:endParaRPr lang="ru-RU"/>
        </a:p>
      </dgm:t>
    </dgm:pt>
    <dgm:pt modelId="{8BAFA10A-9A05-4406-AE57-B234C73CEDBF}" type="sibTrans" cxnId="{D41AF82A-E1BE-41C1-8D9C-F189926213F3}">
      <dgm:prSet/>
      <dgm:spPr/>
      <dgm:t>
        <a:bodyPr/>
        <a:lstStyle/>
        <a:p>
          <a:endParaRPr lang="ru-RU"/>
        </a:p>
      </dgm:t>
    </dgm:pt>
    <dgm:pt modelId="{191DA8DE-8ACE-4D7E-B2F5-07E9A88F38B6}">
      <dgm:prSet phldrT="[Текст]"/>
      <dgm:spPr>
        <a:solidFill>
          <a:srgbClr val="FF0000"/>
        </a:solidFill>
      </dgm:spPr>
      <dgm:t>
        <a:bodyPr/>
        <a:lstStyle/>
        <a:p>
          <a:r>
            <a:rPr lang="en-US" b="1" dirty="0"/>
            <a:t>DJANGO </a:t>
          </a:r>
          <a:r>
            <a:rPr lang="ru-RU" b="1" dirty="0"/>
            <a:t>СЕРВЕР </a:t>
          </a:r>
          <a:r>
            <a:rPr lang="en-US" b="1" dirty="0"/>
            <a:t>(Python)</a:t>
          </a:r>
          <a:endParaRPr lang="ru-RU" b="1" dirty="0"/>
        </a:p>
      </dgm:t>
    </dgm:pt>
    <dgm:pt modelId="{B1E3599E-FCFE-40D3-8804-CFDA45DC37DD}" type="parTrans" cxnId="{9385AB47-88F8-4765-AA9F-3A26E29BB9A1}">
      <dgm:prSet/>
      <dgm:spPr/>
      <dgm:t>
        <a:bodyPr/>
        <a:lstStyle/>
        <a:p>
          <a:endParaRPr lang="ru-RU"/>
        </a:p>
      </dgm:t>
    </dgm:pt>
    <dgm:pt modelId="{BB86A6FD-53F1-4603-BD9C-493F8A2EA6E9}" type="sibTrans" cxnId="{9385AB47-88F8-4765-AA9F-3A26E29BB9A1}">
      <dgm:prSet/>
      <dgm:spPr/>
      <dgm:t>
        <a:bodyPr/>
        <a:lstStyle/>
        <a:p>
          <a:endParaRPr lang="ru-RU"/>
        </a:p>
      </dgm:t>
    </dgm:pt>
    <dgm:pt modelId="{ADB380B3-7D68-49E3-B83E-30A06718F6EB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view.py</a:t>
          </a:r>
          <a:endParaRPr lang="ru-RU" sz="1800" b="1" dirty="0"/>
        </a:p>
        <a:p>
          <a:r>
            <a:rPr lang="ru-RU" sz="1200" b="1" dirty="0"/>
            <a:t>Логика панелей </a:t>
          </a:r>
        </a:p>
      </dgm:t>
    </dgm:pt>
    <dgm:pt modelId="{9DF7741D-E069-4089-9D2C-34C6A3116A71}" type="parTrans" cxnId="{3E896348-A636-4DB5-BF76-4E713B74A284}">
      <dgm:prSet/>
      <dgm:spPr/>
      <dgm:t>
        <a:bodyPr/>
        <a:lstStyle/>
        <a:p>
          <a:endParaRPr lang="ru-RU"/>
        </a:p>
      </dgm:t>
    </dgm:pt>
    <dgm:pt modelId="{32ED6B19-F09B-41A0-AF7E-FDC109ED5282}" type="sibTrans" cxnId="{3E896348-A636-4DB5-BF76-4E713B74A284}">
      <dgm:prSet/>
      <dgm:spPr/>
      <dgm:t>
        <a:bodyPr/>
        <a:lstStyle/>
        <a:p>
          <a:endParaRPr lang="ru-RU"/>
        </a:p>
      </dgm:t>
    </dgm:pt>
    <dgm:pt modelId="{9AF1A2AB-D91B-4A1C-ABDE-FBC568085A2D}">
      <dgm:prSet phldrT="[Текст]"/>
      <dgm:spPr>
        <a:solidFill>
          <a:srgbClr val="FF0000"/>
        </a:solidFill>
      </dgm:spPr>
      <dgm:t>
        <a:bodyPr/>
        <a:lstStyle/>
        <a:p>
          <a:r>
            <a:rPr lang="en-US" b="1" dirty="0"/>
            <a:t>POSTGRESQL </a:t>
          </a:r>
          <a:r>
            <a:rPr lang="ru-RU" b="1" dirty="0"/>
            <a:t>– БАЗА ДАННЫХ</a:t>
          </a:r>
        </a:p>
      </dgm:t>
    </dgm:pt>
    <dgm:pt modelId="{C65CC942-2441-4E87-B368-BA514BC9AAF3}" type="parTrans" cxnId="{559C0E68-EAB5-4590-BF4A-52D6B0877FCD}">
      <dgm:prSet/>
      <dgm:spPr/>
      <dgm:t>
        <a:bodyPr/>
        <a:lstStyle/>
        <a:p>
          <a:endParaRPr lang="ru-RU"/>
        </a:p>
      </dgm:t>
    </dgm:pt>
    <dgm:pt modelId="{E87E124F-6F85-4E39-8AE9-85D9C77235FE}" type="sibTrans" cxnId="{559C0E68-EAB5-4590-BF4A-52D6B0877FCD}">
      <dgm:prSet/>
      <dgm:spPr/>
      <dgm:t>
        <a:bodyPr/>
        <a:lstStyle/>
        <a:p>
          <a:endParaRPr lang="ru-RU"/>
        </a:p>
      </dgm:t>
    </dgm:pt>
    <dgm:pt modelId="{618A672C-B665-4F9B-92F8-8CB1BF526B57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ru-RU" sz="1800" b="1" dirty="0"/>
            <a:t>Таблица</a:t>
          </a:r>
          <a:r>
            <a:rPr lang="en-US" sz="1800" b="1" dirty="0"/>
            <a:t>:</a:t>
          </a:r>
          <a:r>
            <a:rPr lang="ru-RU" sz="1800" b="1" dirty="0"/>
            <a:t> </a:t>
          </a:r>
          <a:r>
            <a:rPr lang="en-US" sz="1800" b="1" dirty="0"/>
            <a:t>Panel</a:t>
          </a:r>
          <a:endParaRPr lang="ru-RU" sz="1800" b="1" dirty="0"/>
        </a:p>
        <a:p>
          <a:r>
            <a:rPr lang="en-US" sz="1700" b="1" dirty="0"/>
            <a:t>id | title | image | text | </a:t>
          </a:r>
          <a:r>
            <a:rPr lang="en-US" sz="1700" b="1" dirty="0" err="1"/>
            <a:t>is_start</a:t>
          </a:r>
          <a:r>
            <a:rPr lang="en-US" sz="1700" b="1" dirty="0"/>
            <a:t> | </a:t>
          </a:r>
          <a:r>
            <a:rPr lang="en-US" sz="1700" b="1" dirty="0" err="1"/>
            <a:t>is_end</a:t>
          </a:r>
          <a:r>
            <a:rPr lang="en-US" sz="1700" b="1" dirty="0"/>
            <a:t> | </a:t>
          </a:r>
          <a:r>
            <a:rPr lang="en-US" sz="1700" b="1" dirty="0" err="1"/>
            <a:t>created_at</a:t>
          </a:r>
          <a:endParaRPr lang="ru-RU" sz="1700" b="1" dirty="0"/>
        </a:p>
      </dgm:t>
    </dgm:pt>
    <dgm:pt modelId="{1374DECA-784F-4DD0-9426-B7F0E18FAF1C}" type="parTrans" cxnId="{0849F1A1-0592-4EAD-BDC4-7028D582E5FC}">
      <dgm:prSet/>
      <dgm:spPr/>
      <dgm:t>
        <a:bodyPr/>
        <a:lstStyle/>
        <a:p>
          <a:endParaRPr lang="ru-RU"/>
        </a:p>
      </dgm:t>
    </dgm:pt>
    <dgm:pt modelId="{148E2AE3-A450-4E9C-90C8-ED9AFB18F29D}" type="sibTrans" cxnId="{0849F1A1-0592-4EAD-BDC4-7028D582E5FC}">
      <dgm:prSet/>
      <dgm:spPr/>
      <dgm:t>
        <a:bodyPr/>
        <a:lstStyle/>
        <a:p>
          <a:endParaRPr lang="ru-RU"/>
        </a:p>
      </dgm:t>
    </dgm:pt>
    <dgm:pt modelId="{2AD81410-2569-4A2F-A81F-D3FC12B79685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ru-RU" sz="1800" b="1" dirty="0"/>
            <a:t>Таблица</a:t>
          </a:r>
          <a:r>
            <a:rPr lang="en-US" sz="1800" b="1" dirty="0"/>
            <a:t>:</a:t>
          </a:r>
          <a:r>
            <a:rPr lang="ru-RU" sz="1800" b="1" dirty="0"/>
            <a:t> </a:t>
          </a:r>
          <a:r>
            <a:rPr lang="en-US" sz="1800" b="1" dirty="0"/>
            <a:t>Choice</a:t>
          </a:r>
        </a:p>
        <a:p>
          <a:r>
            <a:rPr lang="en-US" sz="1700" b="1" dirty="0"/>
            <a:t>id | text | </a:t>
          </a:r>
          <a:r>
            <a:rPr lang="en-US" sz="1700" b="1" dirty="0" err="1"/>
            <a:t>from_panel_id</a:t>
          </a:r>
          <a:r>
            <a:rPr lang="en-US" sz="1700" b="1" dirty="0"/>
            <a:t> | </a:t>
          </a:r>
          <a:r>
            <a:rPr lang="en-US" sz="1700" b="1" dirty="0" err="1"/>
            <a:t>to_panel_id</a:t>
          </a:r>
          <a:r>
            <a:rPr lang="en-US" sz="1700" b="1" dirty="0"/>
            <a:t> | </a:t>
          </a:r>
          <a:r>
            <a:rPr lang="en-US" sz="1700" b="1" dirty="0" err="1"/>
            <a:t>created_at</a:t>
          </a:r>
          <a:endParaRPr lang="ru-RU" sz="1700" b="1" dirty="0"/>
        </a:p>
      </dgm:t>
    </dgm:pt>
    <dgm:pt modelId="{D801F555-D041-406A-B134-9E3A67955CCD}" type="parTrans" cxnId="{7DCC3D9D-D74A-42A0-8761-A050A76EA74A}">
      <dgm:prSet/>
      <dgm:spPr/>
      <dgm:t>
        <a:bodyPr/>
        <a:lstStyle/>
        <a:p>
          <a:endParaRPr lang="ru-RU"/>
        </a:p>
      </dgm:t>
    </dgm:pt>
    <dgm:pt modelId="{18976EE2-B4E3-4406-881C-E68514D7D222}" type="sibTrans" cxnId="{7DCC3D9D-D74A-42A0-8761-A050A76EA74A}">
      <dgm:prSet/>
      <dgm:spPr/>
      <dgm:t>
        <a:bodyPr/>
        <a:lstStyle/>
        <a:p>
          <a:endParaRPr lang="ru-RU"/>
        </a:p>
      </dgm:t>
    </dgm:pt>
    <dgm:pt modelId="{013463D9-1BAF-47E7-98B3-F34292FF8940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3600" b="1" dirty="0"/>
            <a:t>JavaScript</a:t>
          </a:r>
          <a:endParaRPr lang="ru-RU" sz="3600" b="1" dirty="0"/>
        </a:p>
      </dgm:t>
    </dgm:pt>
    <dgm:pt modelId="{E1609BB5-AC30-437D-9352-349DBFC8628E}" type="parTrans" cxnId="{326CA0C9-5450-4FFB-B0D1-3B283D7B5E67}">
      <dgm:prSet/>
      <dgm:spPr/>
      <dgm:t>
        <a:bodyPr/>
        <a:lstStyle/>
        <a:p>
          <a:endParaRPr lang="ru-RU"/>
        </a:p>
      </dgm:t>
    </dgm:pt>
    <dgm:pt modelId="{0CA03847-CBBB-4A1E-A51B-69BD27CB7D45}" type="sibTrans" cxnId="{326CA0C9-5450-4FFB-B0D1-3B283D7B5E67}">
      <dgm:prSet/>
      <dgm:spPr/>
      <dgm:t>
        <a:bodyPr/>
        <a:lstStyle/>
        <a:p>
          <a:endParaRPr lang="ru-RU"/>
        </a:p>
      </dgm:t>
    </dgm:pt>
    <dgm:pt modelId="{284DCD76-408F-4DBA-9702-1D5BD3F8B5DB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models.py</a:t>
          </a:r>
          <a:endParaRPr lang="ru-RU" sz="1800" b="1" dirty="0"/>
        </a:p>
        <a:p>
          <a:r>
            <a:rPr lang="ru-RU" sz="1200" b="1" dirty="0"/>
            <a:t>Структура данных</a:t>
          </a:r>
        </a:p>
      </dgm:t>
    </dgm:pt>
    <dgm:pt modelId="{BA19313A-BC30-462E-9EFC-39B89B7E5D17}" type="parTrans" cxnId="{FF15AE58-B6E7-416C-97E0-89357043FE6D}">
      <dgm:prSet/>
      <dgm:spPr/>
      <dgm:t>
        <a:bodyPr/>
        <a:lstStyle/>
        <a:p>
          <a:endParaRPr lang="ru-RU"/>
        </a:p>
      </dgm:t>
    </dgm:pt>
    <dgm:pt modelId="{2ECACFF7-68BB-45EA-89E0-E1C4DECD0CD2}" type="sibTrans" cxnId="{FF15AE58-B6E7-416C-97E0-89357043FE6D}">
      <dgm:prSet/>
      <dgm:spPr/>
      <dgm:t>
        <a:bodyPr/>
        <a:lstStyle/>
        <a:p>
          <a:endParaRPr lang="ru-RU"/>
        </a:p>
      </dgm:t>
    </dgm:pt>
    <dgm:pt modelId="{76DEDC35-8B40-4948-8763-E28AE4414F65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templates.py</a:t>
          </a:r>
          <a:endParaRPr lang="ru-RU" sz="1800" b="1" dirty="0"/>
        </a:p>
        <a:p>
          <a:r>
            <a:rPr lang="en-US" sz="1200" b="1" dirty="0"/>
            <a:t>Base, panel</a:t>
          </a:r>
          <a:endParaRPr lang="ru-RU" sz="1200" b="1" dirty="0"/>
        </a:p>
      </dgm:t>
    </dgm:pt>
    <dgm:pt modelId="{92443EA5-AD28-43A4-B54B-0162AAAF5775}" type="parTrans" cxnId="{E3FD0AE7-613A-44EB-A219-E49B85B2A993}">
      <dgm:prSet/>
      <dgm:spPr/>
      <dgm:t>
        <a:bodyPr/>
        <a:lstStyle/>
        <a:p>
          <a:endParaRPr lang="ru-RU"/>
        </a:p>
      </dgm:t>
    </dgm:pt>
    <dgm:pt modelId="{C4522CC4-A71D-43AE-8A4A-3D77B662DCF1}" type="sibTrans" cxnId="{E3FD0AE7-613A-44EB-A219-E49B85B2A993}">
      <dgm:prSet/>
      <dgm:spPr/>
      <dgm:t>
        <a:bodyPr/>
        <a:lstStyle/>
        <a:p>
          <a:endParaRPr lang="ru-RU"/>
        </a:p>
      </dgm:t>
    </dgm:pt>
    <dgm:pt modelId="{2F260FE8-69ED-48CB-A51C-62DB0406E6D6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admin.py</a:t>
          </a:r>
        </a:p>
        <a:p>
          <a:r>
            <a:rPr lang="ru-RU" sz="1200" b="1" dirty="0"/>
            <a:t>Управление контентом</a:t>
          </a:r>
        </a:p>
      </dgm:t>
    </dgm:pt>
    <dgm:pt modelId="{AA48E73B-D6CA-4A17-88AE-31AD6A81661B}" type="parTrans" cxnId="{DA189B79-428F-412F-ADB7-197B902D47BC}">
      <dgm:prSet/>
      <dgm:spPr/>
      <dgm:t>
        <a:bodyPr/>
        <a:lstStyle/>
        <a:p>
          <a:endParaRPr lang="ru-RU"/>
        </a:p>
      </dgm:t>
    </dgm:pt>
    <dgm:pt modelId="{40DF7E37-BABF-40F0-B806-5B323764BD6F}" type="sibTrans" cxnId="{DA189B79-428F-412F-ADB7-197B902D47BC}">
      <dgm:prSet/>
      <dgm:spPr/>
      <dgm:t>
        <a:bodyPr/>
        <a:lstStyle/>
        <a:p>
          <a:endParaRPr lang="ru-RU"/>
        </a:p>
      </dgm:t>
    </dgm:pt>
    <dgm:pt modelId="{1A03C25F-3AC1-4F9B-B892-F26535DA2AB6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settings.py</a:t>
          </a:r>
          <a:endParaRPr lang="ru-RU" sz="1800" b="1" dirty="0"/>
        </a:p>
        <a:p>
          <a:r>
            <a:rPr lang="ru-RU" sz="1200" b="1" dirty="0"/>
            <a:t>Конфигурация </a:t>
          </a:r>
          <a:r>
            <a:rPr lang="ru-RU" sz="1200" b="1" dirty="0" err="1"/>
            <a:t>проэкта</a:t>
          </a:r>
          <a:endParaRPr lang="ru-RU" sz="1200" b="1" dirty="0"/>
        </a:p>
      </dgm:t>
    </dgm:pt>
    <dgm:pt modelId="{A523B303-EBCD-49A1-9D49-44C26C1A5A27}" type="parTrans" cxnId="{34254715-5093-4567-B60D-1813CDECC67C}">
      <dgm:prSet/>
      <dgm:spPr/>
      <dgm:t>
        <a:bodyPr/>
        <a:lstStyle/>
        <a:p>
          <a:endParaRPr lang="ru-RU"/>
        </a:p>
      </dgm:t>
    </dgm:pt>
    <dgm:pt modelId="{0BCB939C-6DFC-4C41-BAD0-E1F886B7CAC3}" type="sibTrans" cxnId="{34254715-5093-4567-B60D-1813CDECC67C}">
      <dgm:prSet/>
      <dgm:spPr/>
      <dgm:t>
        <a:bodyPr/>
        <a:lstStyle/>
        <a:p>
          <a:endParaRPr lang="ru-RU"/>
        </a:p>
      </dgm:t>
    </dgm:pt>
    <dgm:pt modelId="{1B4F243D-67DD-479E-A39F-A4070A9621EC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media/panels</a:t>
          </a:r>
          <a:endParaRPr lang="ru-RU" sz="1800" b="1" dirty="0"/>
        </a:p>
        <a:p>
          <a:r>
            <a:rPr lang="ru-RU" sz="1200" b="1" dirty="0"/>
            <a:t>Изображения комикса</a:t>
          </a:r>
        </a:p>
      </dgm:t>
    </dgm:pt>
    <dgm:pt modelId="{666438CB-EEC1-42B2-A988-B35A2F14BEAD}" type="parTrans" cxnId="{07A264BE-8125-44C1-8E7B-4C3B92FDD62A}">
      <dgm:prSet/>
      <dgm:spPr/>
      <dgm:t>
        <a:bodyPr/>
        <a:lstStyle/>
        <a:p>
          <a:endParaRPr lang="ru-RU"/>
        </a:p>
      </dgm:t>
    </dgm:pt>
    <dgm:pt modelId="{35BF47D0-6984-4F6A-AF7F-EA39267D85E1}" type="sibTrans" cxnId="{07A264BE-8125-44C1-8E7B-4C3B92FDD62A}">
      <dgm:prSet/>
      <dgm:spPr/>
      <dgm:t>
        <a:bodyPr/>
        <a:lstStyle/>
        <a:p>
          <a:endParaRPr lang="ru-RU"/>
        </a:p>
      </dgm:t>
    </dgm:pt>
    <dgm:pt modelId="{D209464A-D52D-4352-B4C4-B3B5E135EEB1}">
      <dgm:prSet phldrT="[Текст]"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1800" b="1" dirty="0"/>
            <a:t>urls.py</a:t>
          </a:r>
        </a:p>
        <a:p>
          <a:r>
            <a:rPr lang="ru-RU" sz="1200" b="1" dirty="0"/>
            <a:t>Маршрутизация</a:t>
          </a:r>
        </a:p>
      </dgm:t>
    </dgm:pt>
    <dgm:pt modelId="{8BC62A83-5B7B-4BC7-839D-5B9D7455CA01}" type="sibTrans" cxnId="{03968F34-34AB-47BB-B07C-47EB2DDAF011}">
      <dgm:prSet/>
      <dgm:spPr/>
      <dgm:t>
        <a:bodyPr/>
        <a:lstStyle/>
        <a:p>
          <a:endParaRPr lang="ru-RU"/>
        </a:p>
      </dgm:t>
    </dgm:pt>
    <dgm:pt modelId="{D9C56F9A-1815-4953-8D7B-AC61ACE59185}" type="parTrans" cxnId="{03968F34-34AB-47BB-B07C-47EB2DDAF011}">
      <dgm:prSet/>
      <dgm:spPr/>
      <dgm:t>
        <a:bodyPr/>
        <a:lstStyle/>
        <a:p>
          <a:endParaRPr lang="ru-RU"/>
        </a:p>
      </dgm:t>
    </dgm:pt>
    <dgm:pt modelId="{C707687E-2147-4942-8E6E-EF5D74DE6FFB}" type="pres">
      <dgm:prSet presAssocID="{4FE4D14D-0910-44C2-A4D6-ADD3D992C6AB}" presName="Name0" presStyleCnt="0">
        <dgm:presLayoutVars>
          <dgm:dir/>
          <dgm:animLvl val="lvl"/>
          <dgm:resizeHandles val="exact"/>
        </dgm:presLayoutVars>
      </dgm:prSet>
      <dgm:spPr/>
    </dgm:pt>
    <dgm:pt modelId="{E897DBC9-9A1C-4001-91BA-60A4D9D1E432}" type="pres">
      <dgm:prSet presAssocID="{9AF1A2AB-D91B-4A1C-ABDE-FBC568085A2D}" presName="boxAndChildren" presStyleCnt="0"/>
      <dgm:spPr/>
    </dgm:pt>
    <dgm:pt modelId="{34B34AE1-00BE-4392-A215-C6E47E222C5C}" type="pres">
      <dgm:prSet presAssocID="{9AF1A2AB-D91B-4A1C-ABDE-FBC568085A2D}" presName="parentTextBox" presStyleLbl="node1" presStyleIdx="0" presStyleCnt="3"/>
      <dgm:spPr/>
    </dgm:pt>
    <dgm:pt modelId="{52094542-6529-40F7-8366-6C05B6C76DB8}" type="pres">
      <dgm:prSet presAssocID="{9AF1A2AB-D91B-4A1C-ABDE-FBC568085A2D}" presName="entireBox" presStyleLbl="node1" presStyleIdx="0" presStyleCnt="3" custLinFactNeighborY="-966"/>
      <dgm:spPr/>
    </dgm:pt>
    <dgm:pt modelId="{D3A5BDD0-2102-489E-ABC6-EEA6BF654992}" type="pres">
      <dgm:prSet presAssocID="{9AF1A2AB-D91B-4A1C-ABDE-FBC568085A2D}" presName="descendantBox" presStyleCnt="0"/>
      <dgm:spPr/>
    </dgm:pt>
    <dgm:pt modelId="{5C36D582-F3A5-428F-A1B4-D5D13418E41A}" type="pres">
      <dgm:prSet presAssocID="{618A672C-B665-4F9B-92F8-8CB1BF526B57}" presName="childTextBox" presStyleLbl="fgAccFollowNode1" presStyleIdx="0" presStyleCnt="12">
        <dgm:presLayoutVars>
          <dgm:bulletEnabled val="1"/>
        </dgm:presLayoutVars>
      </dgm:prSet>
      <dgm:spPr/>
    </dgm:pt>
    <dgm:pt modelId="{9C59BC55-AEF0-47C3-ADCE-349E6F9825C7}" type="pres">
      <dgm:prSet presAssocID="{2AD81410-2569-4A2F-A81F-D3FC12B79685}" presName="childTextBox" presStyleLbl="fgAccFollowNode1" presStyleIdx="1" presStyleCnt="12">
        <dgm:presLayoutVars>
          <dgm:bulletEnabled val="1"/>
        </dgm:presLayoutVars>
      </dgm:prSet>
      <dgm:spPr/>
    </dgm:pt>
    <dgm:pt modelId="{74A67B9B-FA58-4A32-924A-7142840E3528}" type="pres">
      <dgm:prSet presAssocID="{BB86A6FD-53F1-4603-BD9C-493F8A2EA6E9}" presName="sp" presStyleCnt="0"/>
      <dgm:spPr/>
    </dgm:pt>
    <dgm:pt modelId="{EEB4F990-69C2-4329-A806-D3BB052FC9BC}" type="pres">
      <dgm:prSet presAssocID="{191DA8DE-8ACE-4D7E-B2F5-07E9A88F38B6}" presName="arrowAndChildren" presStyleCnt="0"/>
      <dgm:spPr/>
    </dgm:pt>
    <dgm:pt modelId="{6CC0EF3E-FF69-4BF2-889F-D6DDADF04365}" type="pres">
      <dgm:prSet presAssocID="{191DA8DE-8ACE-4D7E-B2F5-07E9A88F38B6}" presName="parentTextArrow" presStyleLbl="node1" presStyleIdx="0" presStyleCnt="3"/>
      <dgm:spPr/>
    </dgm:pt>
    <dgm:pt modelId="{B0E3AE24-CD9F-4CA5-8FF6-E887E8854F7A}" type="pres">
      <dgm:prSet presAssocID="{191DA8DE-8ACE-4D7E-B2F5-07E9A88F38B6}" presName="arrow" presStyleLbl="node1" presStyleIdx="1" presStyleCnt="3"/>
      <dgm:spPr/>
    </dgm:pt>
    <dgm:pt modelId="{E41565D6-8E23-4A01-9982-DA518741D3A8}" type="pres">
      <dgm:prSet presAssocID="{191DA8DE-8ACE-4D7E-B2F5-07E9A88F38B6}" presName="descendantArrow" presStyleCnt="0"/>
      <dgm:spPr/>
    </dgm:pt>
    <dgm:pt modelId="{96A53EB3-773F-4D7B-B1A7-B53407774FF1}" type="pres">
      <dgm:prSet presAssocID="{D209464A-D52D-4352-B4C4-B3B5E135EEB1}" presName="childTextArrow" presStyleLbl="fgAccFollowNode1" presStyleIdx="2" presStyleCnt="12">
        <dgm:presLayoutVars>
          <dgm:bulletEnabled val="1"/>
        </dgm:presLayoutVars>
      </dgm:prSet>
      <dgm:spPr/>
    </dgm:pt>
    <dgm:pt modelId="{AE60284A-BA85-43D6-8D0C-9A7C3EB8E007}" type="pres">
      <dgm:prSet presAssocID="{ADB380B3-7D68-49E3-B83E-30A06718F6EB}" presName="childTextArrow" presStyleLbl="fgAccFollowNode1" presStyleIdx="3" presStyleCnt="12">
        <dgm:presLayoutVars>
          <dgm:bulletEnabled val="1"/>
        </dgm:presLayoutVars>
      </dgm:prSet>
      <dgm:spPr/>
    </dgm:pt>
    <dgm:pt modelId="{49996196-2ADC-4D41-BF38-304932A7C943}" type="pres">
      <dgm:prSet presAssocID="{284DCD76-408F-4DBA-9702-1D5BD3F8B5DB}" presName="childTextArrow" presStyleLbl="fgAccFollowNode1" presStyleIdx="4" presStyleCnt="12">
        <dgm:presLayoutVars>
          <dgm:bulletEnabled val="1"/>
        </dgm:presLayoutVars>
      </dgm:prSet>
      <dgm:spPr/>
    </dgm:pt>
    <dgm:pt modelId="{C583371A-BD89-4A8F-A397-F847AD2A6877}" type="pres">
      <dgm:prSet presAssocID="{76DEDC35-8B40-4948-8763-E28AE4414F65}" presName="childTextArrow" presStyleLbl="fgAccFollowNode1" presStyleIdx="5" presStyleCnt="12">
        <dgm:presLayoutVars>
          <dgm:bulletEnabled val="1"/>
        </dgm:presLayoutVars>
      </dgm:prSet>
      <dgm:spPr/>
    </dgm:pt>
    <dgm:pt modelId="{A43098DD-CD0B-49A6-B828-D18312855CBD}" type="pres">
      <dgm:prSet presAssocID="{2F260FE8-69ED-48CB-A51C-62DB0406E6D6}" presName="childTextArrow" presStyleLbl="fgAccFollowNode1" presStyleIdx="6" presStyleCnt="12">
        <dgm:presLayoutVars>
          <dgm:bulletEnabled val="1"/>
        </dgm:presLayoutVars>
      </dgm:prSet>
      <dgm:spPr/>
    </dgm:pt>
    <dgm:pt modelId="{5972C329-D193-44AF-8966-40CBACBA6A65}" type="pres">
      <dgm:prSet presAssocID="{1A03C25F-3AC1-4F9B-B892-F26535DA2AB6}" presName="childTextArrow" presStyleLbl="fgAccFollowNode1" presStyleIdx="7" presStyleCnt="12">
        <dgm:presLayoutVars>
          <dgm:bulletEnabled val="1"/>
        </dgm:presLayoutVars>
      </dgm:prSet>
      <dgm:spPr/>
    </dgm:pt>
    <dgm:pt modelId="{9144C284-00DE-44AB-AFB7-333926FE2D16}" type="pres">
      <dgm:prSet presAssocID="{1B4F243D-67DD-479E-A39F-A4070A9621EC}" presName="childTextArrow" presStyleLbl="fgAccFollowNode1" presStyleIdx="8" presStyleCnt="12">
        <dgm:presLayoutVars>
          <dgm:bulletEnabled val="1"/>
        </dgm:presLayoutVars>
      </dgm:prSet>
      <dgm:spPr/>
    </dgm:pt>
    <dgm:pt modelId="{BA79EE5F-868D-468B-A2D1-E4A97D490598}" type="pres">
      <dgm:prSet presAssocID="{0EB6356B-EA04-470C-BAB3-3DF85B515BF9}" presName="sp" presStyleCnt="0"/>
      <dgm:spPr/>
    </dgm:pt>
    <dgm:pt modelId="{8FAE2A23-E220-4E33-8027-5F13F6E3E200}" type="pres">
      <dgm:prSet presAssocID="{762D612D-317E-4685-A580-6DB6C6C930CF}" presName="arrowAndChildren" presStyleCnt="0"/>
      <dgm:spPr/>
    </dgm:pt>
    <dgm:pt modelId="{6326E866-1A3E-476B-944A-4C1D3CCC0157}" type="pres">
      <dgm:prSet presAssocID="{762D612D-317E-4685-A580-6DB6C6C930CF}" presName="parentTextArrow" presStyleLbl="node1" presStyleIdx="1" presStyleCnt="3"/>
      <dgm:spPr/>
    </dgm:pt>
    <dgm:pt modelId="{E944374A-F1DC-43C7-9DDC-C20DBA59A4DB}" type="pres">
      <dgm:prSet presAssocID="{762D612D-317E-4685-A580-6DB6C6C930CF}" presName="arrow" presStyleLbl="node1" presStyleIdx="2" presStyleCnt="3" custLinFactNeighborY="-47"/>
      <dgm:spPr/>
    </dgm:pt>
    <dgm:pt modelId="{E3082AB1-7F0F-4C0A-8165-82767CD84874}" type="pres">
      <dgm:prSet presAssocID="{762D612D-317E-4685-A580-6DB6C6C930CF}" presName="descendantArrow" presStyleCnt="0"/>
      <dgm:spPr/>
    </dgm:pt>
    <dgm:pt modelId="{06686E3D-F88A-44FD-AB76-60462D292F88}" type="pres">
      <dgm:prSet presAssocID="{D4A95073-2D82-499A-9F6E-22052F52AB94}" presName="childTextArrow" presStyleLbl="fgAccFollowNode1" presStyleIdx="9" presStyleCnt="12">
        <dgm:presLayoutVars>
          <dgm:bulletEnabled val="1"/>
        </dgm:presLayoutVars>
      </dgm:prSet>
      <dgm:spPr/>
    </dgm:pt>
    <dgm:pt modelId="{5061DEA7-E0A9-4F38-B2C0-869F53A9E3C7}" type="pres">
      <dgm:prSet presAssocID="{0111F448-4B1D-455B-B5CE-829F880B589C}" presName="childTextArrow" presStyleLbl="fgAccFollowNode1" presStyleIdx="10" presStyleCnt="12">
        <dgm:presLayoutVars>
          <dgm:bulletEnabled val="1"/>
        </dgm:presLayoutVars>
      </dgm:prSet>
      <dgm:spPr/>
    </dgm:pt>
    <dgm:pt modelId="{C889A70E-127B-47B9-A209-4FCD9E412787}" type="pres">
      <dgm:prSet presAssocID="{013463D9-1BAF-47E7-98B3-F34292FF8940}" presName="childTextArrow" presStyleLbl="fgAccFollowNode1" presStyleIdx="11" presStyleCnt="12">
        <dgm:presLayoutVars>
          <dgm:bulletEnabled val="1"/>
        </dgm:presLayoutVars>
      </dgm:prSet>
      <dgm:spPr/>
    </dgm:pt>
  </dgm:ptLst>
  <dgm:cxnLst>
    <dgm:cxn modelId="{521CB20D-A3B0-45D2-B882-11FAD9A8C36A}" type="presOf" srcId="{762D612D-317E-4685-A580-6DB6C6C930CF}" destId="{6326E866-1A3E-476B-944A-4C1D3CCC0157}" srcOrd="0" destOrd="0" presId="urn:microsoft.com/office/officeart/2005/8/layout/process4"/>
    <dgm:cxn modelId="{99D27F0F-1602-4F7D-B169-063E52D79D3D}" type="presOf" srcId="{9AF1A2AB-D91B-4A1C-ABDE-FBC568085A2D}" destId="{34B34AE1-00BE-4392-A215-C6E47E222C5C}" srcOrd="0" destOrd="0" presId="urn:microsoft.com/office/officeart/2005/8/layout/process4"/>
    <dgm:cxn modelId="{22E50B11-CAD9-4110-B049-06FCF23EF534}" type="presOf" srcId="{284DCD76-408F-4DBA-9702-1D5BD3F8B5DB}" destId="{49996196-2ADC-4D41-BF38-304932A7C943}" srcOrd="0" destOrd="0" presId="urn:microsoft.com/office/officeart/2005/8/layout/process4"/>
    <dgm:cxn modelId="{34254715-5093-4567-B60D-1813CDECC67C}" srcId="{191DA8DE-8ACE-4D7E-B2F5-07E9A88F38B6}" destId="{1A03C25F-3AC1-4F9B-B892-F26535DA2AB6}" srcOrd="5" destOrd="0" parTransId="{A523B303-EBCD-49A1-9D49-44C26C1A5A27}" sibTransId="{0BCB939C-6DFC-4C41-BAD0-E1F886B7CAC3}"/>
    <dgm:cxn modelId="{2D800B1A-CA6B-4BE2-AB05-2F342DE50617}" srcId="{4FE4D14D-0910-44C2-A4D6-ADD3D992C6AB}" destId="{762D612D-317E-4685-A580-6DB6C6C930CF}" srcOrd="0" destOrd="0" parTransId="{9FAE314E-9425-45B5-A401-9B7A95157AD7}" sibTransId="{0EB6356B-EA04-470C-BAB3-3DF85B515BF9}"/>
    <dgm:cxn modelId="{C8800C1D-9E77-409E-A7AF-7BF0CDAA95AA}" type="presOf" srcId="{2AD81410-2569-4A2F-A81F-D3FC12B79685}" destId="{9C59BC55-AEF0-47C3-ADCE-349E6F9825C7}" srcOrd="0" destOrd="0" presId="urn:microsoft.com/office/officeart/2005/8/layout/process4"/>
    <dgm:cxn modelId="{E6929929-8610-4367-9BE3-0D0CC1B8FF29}" srcId="{762D612D-317E-4685-A580-6DB6C6C930CF}" destId="{D4A95073-2D82-499A-9F6E-22052F52AB94}" srcOrd="0" destOrd="0" parTransId="{0F15EF43-29CC-4677-807F-6D0287DF5995}" sibTransId="{0EC15C87-943C-460C-81C5-615D47EDCC69}"/>
    <dgm:cxn modelId="{D41AF82A-E1BE-41C1-8D9C-F189926213F3}" srcId="{762D612D-317E-4685-A580-6DB6C6C930CF}" destId="{0111F448-4B1D-455B-B5CE-829F880B589C}" srcOrd="1" destOrd="0" parTransId="{6384110E-9402-42BC-AF2F-FF656725D3F2}" sibTransId="{8BAFA10A-9A05-4406-AE57-B234C73CEDBF}"/>
    <dgm:cxn modelId="{7952932E-78F3-4D20-B343-2DADC5903D6F}" type="presOf" srcId="{1B4F243D-67DD-479E-A39F-A4070A9621EC}" destId="{9144C284-00DE-44AB-AFB7-333926FE2D16}" srcOrd="0" destOrd="0" presId="urn:microsoft.com/office/officeart/2005/8/layout/process4"/>
    <dgm:cxn modelId="{03968F34-34AB-47BB-B07C-47EB2DDAF011}" srcId="{191DA8DE-8ACE-4D7E-B2F5-07E9A88F38B6}" destId="{D209464A-D52D-4352-B4C4-B3B5E135EEB1}" srcOrd="0" destOrd="0" parTransId="{D9C56F9A-1815-4953-8D7B-AC61ACE59185}" sibTransId="{8BC62A83-5B7B-4BC7-839D-5B9D7455CA01}"/>
    <dgm:cxn modelId="{8FFB5361-1F51-4D95-BF7D-A133B457F7F1}" type="presOf" srcId="{D209464A-D52D-4352-B4C4-B3B5E135EEB1}" destId="{96A53EB3-773F-4D7B-B1A7-B53407774FF1}" srcOrd="0" destOrd="0" presId="urn:microsoft.com/office/officeart/2005/8/layout/process4"/>
    <dgm:cxn modelId="{9385AB47-88F8-4765-AA9F-3A26E29BB9A1}" srcId="{4FE4D14D-0910-44C2-A4D6-ADD3D992C6AB}" destId="{191DA8DE-8ACE-4D7E-B2F5-07E9A88F38B6}" srcOrd="1" destOrd="0" parTransId="{B1E3599E-FCFE-40D3-8804-CFDA45DC37DD}" sibTransId="{BB86A6FD-53F1-4603-BD9C-493F8A2EA6E9}"/>
    <dgm:cxn modelId="{559C0E68-EAB5-4590-BF4A-52D6B0877FCD}" srcId="{4FE4D14D-0910-44C2-A4D6-ADD3D992C6AB}" destId="{9AF1A2AB-D91B-4A1C-ABDE-FBC568085A2D}" srcOrd="2" destOrd="0" parTransId="{C65CC942-2441-4E87-B368-BA514BC9AAF3}" sibTransId="{E87E124F-6F85-4E39-8AE9-85D9C77235FE}"/>
    <dgm:cxn modelId="{3E896348-A636-4DB5-BF76-4E713B74A284}" srcId="{191DA8DE-8ACE-4D7E-B2F5-07E9A88F38B6}" destId="{ADB380B3-7D68-49E3-B83E-30A06718F6EB}" srcOrd="1" destOrd="0" parTransId="{9DF7741D-E069-4089-9D2C-34C6A3116A71}" sibTransId="{32ED6B19-F09B-41A0-AF7E-FDC109ED5282}"/>
    <dgm:cxn modelId="{0993D56D-D529-4C58-8D09-440D50ABA980}" type="presOf" srcId="{762D612D-317E-4685-A580-6DB6C6C930CF}" destId="{E944374A-F1DC-43C7-9DDC-C20DBA59A4DB}" srcOrd="1" destOrd="0" presId="urn:microsoft.com/office/officeart/2005/8/layout/process4"/>
    <dgm:cxn modelId="{B5CE7E52-AA31-428B-8E0E-23EE8B2F0601}" type="presOf" srcId="{013463D9-1BAF-47E7-98B3-F34292FF8940}" destId="{C889A70E-127B-47B9-A209-4FCD9E412787}" srcOrd="0" destOrd="0" presId="urn:microsoft.com/office/officeart/2005/8/layout/process4"/>
    <dgm:cxn modelId="{8D1CF072-CE51-4073-8634-0E6270F31C62}" type="presOf" srcId="{0111F448-4B1D-455B-B5CE-829F880B589C}" destId="{5061DEA7-E0A9-4F38-B2C0-869F53A9E3C7}" srcOrd="0" destOrd="0" presId="urn:microsoft.com/office/officeart/2005/8/layout/process4"/>
    <dgm:cxn modelId="{F5C8AC54-A5D5-4E1B-B545-71A3A90F62FC}" type="presOf" srcId="{D4A95073-2D82-499A-9F6E-22052F52AB94}" destId="{06686E3D-F88A-44FD-AB76-60462D292F88}" srcOrd="0" destOrd="0" presId="urn:microsoft.com/office/officeart/2005/8/layout/process4"/>
    <dgm:cxn modelId="{FF15AE58-B6E7-416C-97E0-89357043FE6D}" srcId="{191DA8DE-8ACE-4D7E-B2F5-07E9A88F38B6}" destId="{284DCD76-408F-4DBA-9702-1D5BD3F8B5DB}" srcOrd="2" destOrd="0" parTransId="{BA19313A-BC30-462E-9EFC-39B89B7E5D17}" sibTransId="{2ECACFF7-68BB-45EA-89E0-E1C4DECD0CD2}"/>
    <dgm:cxn modelId="{001DD558-2DE6-44D8-9558-F35E5D0803DD}" type="presOf" srcId="{618A672C-B665-4F9B-92F8-8CB1BF526B57}" destId="{5C36D582-F3A5-428F-A1B4-D5D13418E41A}" srcOrd="0" destOrd="0" presId="urn:microsoft.com/office/officeart/2005/8/layout/process4"/>
    <dgm:cxn modelId="{6ACB3D79-7874-4C3A-9ECF-E381BEAAB291}" type="presOf" srcId="{9AF1A2AB-D91B-4A1C-ABDE-FBC568085A2D}" destId="{52094542-6529-40F7-8366-6C05B6C76DB8}" srcOrd="1" destOrd="0" presId="urn:microsoft.com/office/officeart/2005/8/layout/process4"/>
    <dgm:cxn modelId="{DA189B79-428F-412F-ADB7-197B902D47BC}" srcId="{191DA8DE-8ACE-4D7E-B2F5-07E9A88F38B6}" destId="{2F260FE8-69ED-48CB-A51C-62DB0406E6D6}" srcOrd="4" destOrd="0" parTransId="{AA48E73B-D6CA-4A17-88AE-31AD6A81661B}" sibTransId="{40DF7E37-BABF-40F0-B806-5B323764BD6F}"/>
    <dgm:cxn modelId="{0666DD91-473F-4186-8FCA-8BD9F1C73122}" type="presOf" srcId="{191DA8DE-8ACE-4D7E-B2F5-07E9A88F38B6}" destId="{6CC0EF3E-FF69-4BF2-889F-D6DDADF04365}" srcOrd="0" destOrd="0" presId="urn:microsoft.com/office/officeart/2005/8/layout/process4"/>
    <dgm:cxn modelId="{7DCC3D9D-D74A-42A0-8761-A050A76EA74A}" srcId="{9AF1A2AB-D91B-4A1C-ABDE-FBC568085A2D}" destId="{2AD81410-2569-4A2F-A81F-D3FC12B79685}" srcOrd="1" destOrd="0" parTransId="{D801F555-D041-406A-B134-9E3A67955CCD}" sibTransId="{18976EE2-B4E3-4406-881C-E68514D7D222}"/>
    <dgm:cxn modelId="{0849F1A1-0592-4EAD-BDC4-7028D582E5FC}" srcId="{9AF1A2AB-D91B-4A1C-ABDE-FBC568085A2D}" destId="{618A672C-B665-4F9B-92F8-8CB1BF526B57}" srcOrd="0" destOrd="0" parTransId="{1374DECA-784F-4DD0-9426-B7F0E18FAF1C}" sibTransId="{148E2AE3-A450-4E9C-90C8-ED9AFB18F29D}"/>
    <dgm:cxn modelId="{14614FA7-E35F-40F2-935F-E289BF75FAF6}" type="presOf" srcId="{76DEDC35-8B40-4948-8763-E28AE4414F65}" destId="{C583371A-BD89-4A8F-A397-F847AD2A6877}" srcOrd="0" destOrd="0" presId="urn:microsoft.com/office/officeart/2005/8/layout/process4"/>
    <dgm:cxn modelId="{443270B9-BECE-4265-98B7-FD76CBD57B8A}" type="presOf" srcId="{191DA8DE-8ACE-4D7E-B2F5-07E9A88F38B6}" destId="{B0E3AE24-CD9F-4CA5-8FF6-E887E8854F7A}" srcOrd="1" destOrd="0" presId="urn:microsoft.com/office/officeart/2005/8/layout/process4"/>
    <dgm:cxn modelId="{51B2D0BA-B360-433C-86D1-CBA203F54AB8}" type="presOf" srcId="{2F260FE8-69ED-48CB-A51C-62DB0406E6D6}" destId="{A43098DD-CD0B-49A6-B828-D18312855CBD}" srcOrd="0" destOrd="0" presId="urn:microsoft.com/office/officeart/2005/8/layout/process4"/>
    <dgm:cxn modelId="{07A264BE-8125-44C1-8E7B-4C3B92FDD62A}" srcId="{191DA8DE-8ACE-4D7E-B2F5-07E9A88F38B6}" destId="{1B4F243D-67DD-479E-A39F-A4070A9621EC}" srcOrd="6" destOrd="0" parTransId="{666438CB-EEC1-42B2-A988-B35A2F14BEAD}" sibTransId="{35BF47D0-6984-4F6A-AF7F-EA39267D85E1}"/>
    <dgm:cxn modelId="{326CA0C9-5450-4FFB-B0D1-3B283D7B5E67}" srcId="{762D612D-317E-4685-A580-6DB6C6C930CF}" destId="{013463D9-1BAF-47E7-98B3-F34292FF8940}" srcOrd="2" destOrd="0" parTransId="{E1609BB5-AC30-437D-9352-349DBFC8628E}" sibTransId="{0CA03847-CBBB-4A1E-A51B-69BD27CB7D45}"/>
    <dgm:cxn modelId="{2F04CFCE-CAFD-4D41-81FF-CFCFA0A3C67C}" type="presOf" srcId="{4FE4D14D-0910-44C2-A4D6-ADD3D992C6AB}" destId="{C707687E-2147-4942-8E6E-EF5D74DE6FFB}" srcOrd="0" destOrd="0" presId="urn:microsoft.com/office/officeart/2005/8/layout/process4"/>
    <dgm:cxn modelId="{DD5C3ED7-9841-4AC8-8AA9-A2E482F300F9}" type="presOf" srcId="{ADB380B3-7D68-49E3-B83E-30A06718F6EB}" destId="{AE60284A-BA85-43D6-8D0C-9A7C3EB8E007}" srcOrd="0" destOrd="0" presId="urn:microsoft.com/office/officeart/2005/8/layout/process4"/>
    <dgm:cxn modelId="{E3FD0AE7-613A-44EB-A219-E49B85B2A993}" srcId="{191DA8DE-8ACE-4D7E-B2F5-07E9A88F38B6}" destId="{76DEDC35-8B40-4948-8763-E28AE4414F65}" srcOrd="3" destOrd="0" parTransId="{92443EA5-AD28-43A4-B54B-0162AAAF5775}" sibTransId="{C4522CC4-A71D-43AE-8A4A-3D77B662DCF1}"/>
    <dgm:cxn modelId="{B7955FE7-F6EC-428A-8DEA-02E7DC43A6C4}" type="presOf" srcId="{1A03C25F-3AC1-4F9B-B892-F26535DA2AB6}" destId="{5972C329-D193-44AF-8966-40CBACBA6A65}" srcOrd="0" destOrd="0" presId="urn:microsoft.com/office/officeart/2005/8/layout/process4"/>
    <dgm:cxn modelId="{EA899B66-E939-4470-B94E-29ACEB2F8C86}" type="presParOf" srcId="{C707687E-2147-4942-8E6E-EF5D74DE6FFB}" destId="{E897DBC9-9A1C-4001-91BA-60A4D9D1E432}" srcOrd="0" destOrd="0" presId="urn:microsoft.com/office/officeart/2005/8/layout/process4"/>
    <dgm:cxn modelId="{F5A98AFD-8844-4E78-9F00-24AEC647D6F7}" type="presParOf" srcId="{E897DBC9-9A1C-4001-91BA-60A4D9D1E432}" destId="{34B34AE1-00BE-4392-A215-C6E47E222C5C}" srcOrd="0" destOrd="0" presId="urn:microsoft.com/office/officeart/2005/8/layout/process4"/>
    <dgm:cxn modelId="{1BBB5762-C647-4421-B58C-8E5D99123167}" type="presParOf" srcId="{E897DBC9-9A1C-4001-91BA-60A4D9D1E432}" destId="{52094542-6529-40F7-8366-6C05B6C76DB8}" srcOrd="1" destOrd="0" presId="urn:microsoft.com/office/officeart/2005/8/layout/process4"/>
    <dgm:cxn modelId="{0FD58700-F12C-409B-B59D-056039884298}" type="presParOf" srcId="{E897DBC9-9A1C-4001-91BA-60A4D9D1E432}" destId="{D3A5BDD0-2102-489E-ABC6-EEA6BF654992}" srcOrd="2" destOrd="0" presId="urn:microsoft.com/office/officeart/2005/8/layout/process4"/>
    <dgm:cxn modelId="{D9B21C86-01DB-4C17-BEE4-83A067C4EEC7}" type="presParOf" srcId="{D3A5BDD0-2102-489E-ABC6-EEA6BF654992}" destId="{5C36D582-F3A5-428F-A1B4-D5D13418E41A}" srcOrd="0" destOrd="0" presId="urn:microsoft.com/office/officeart/2005/8/layout/process4"/>
    <dgm:cxn modelId="{FE198688-E6EA-4119-99FE-B7A9579419FB}" type="presParOf" srcId="{D3A5BDD0-2102-489E-ABC6-EEA6BF654992}" destId="{9C59BC55-AEF0-47C3-ADCE-349E6F9825C7}" srcOrd="1" destOrd="0" presId="urn:microsoft.com/office/officeart/2005/8/layout/process4"/>
    <dgm:cxn modelId="{51E34643-DC8E-4850-B66B-639F1AC579F2}" type="presParOf" srcId="{C707687E-2147-4942-8E6E-EF5D74DE6FFB}" destId="{74A67B9B-FA58-4A32-924A-7142840E3528}" srcOrd="1" destOrd="0" presId="urn:microsoft.com/office/officeart/2005/8/layout/process4"/>
    <dgm:cxn modelId="{86F68AD1-827C-483B-A354-7A8C9C1D7ACC}" type="presParOf" srcId="{C707687E-2147-4942-8E6E-EF5D74DE6FFB}" destId="{EEB4F990-69C2-4329-A806-D3BB052FC9BC}" srcOrd="2" destOrd="0" presId="urn:microsoft.com/office/officeart/2005/8/layout/process4"/>
    <dgm:cxn modelId="{E469CFDE-AAEB-471F-B74B-385146E7DFDE}" type="presParOf" srcId="{EEB4F990-69C2-4329-A806-D3BB052FC9BC}" destId="{6CC0EF3E-FF69-4BF2-889F-D6DDADF04365}" srcOrd="0" destOrd="0" presId="urn:microsoft.com/office/officeart/2005/8/layout/process4"/>
    <dgm:cxn modelId="{B74160A6-0DA2-4609-BCF0-43D0E32F4820}" type="presParOf" srcId="{EEB4F990-69C2-4329-A806-D3BB052FC9BC}" destId="{B0E3AE24-CD9F-4CA5-8FF6-E887E8854F7A}" srcOrd="1" destOrd="0" presId="urn:microsoft.com/office/officeart/2005/8/layout/process4"/>
    <dgm:cxn modelId="{BD541B18-C70C-4D1B-8147-9374C30F2261}" type="presParOf" srcId="{EEB4F990-69C2-4329-A806-D3BB052FC9BC}" destId="{E41565D6-8E23-4A01-9982-DA518741D3A8}" srcOrd="2" destOrd="0" presId="urn:microsoft.com/office/officeart/2005/8/layout/process4"/>
    <dgm:cxn modelId="{A93C381F-7746-454B-9528-7B8120A95CF6}" type="presParOf" srcId="{E41565D6-8E23-4A01-9982-DA518741D3A8}" destId="{96A53EB3-773F-4D7B-B1A7-B53407774FF1}" srcOrd="0" destOrd="0" presId="urn:microsoft.com/office/officeart/2005/8/layout/process4"/>
    <dgm:cxn modelId="{3EAAA3C1-74F2-437C-9DBF-8E4AEC612E83}" type="presParOf" srcId="{E41565D6-8E23-4A01-9982-DA518741D3A8}" destId="{AE60284A-BA85-43D6-8D0C-9A7C3EB8E007}" srcOrd="1" destOrd="0" presId="urn:microsoft.com/office/officeart/2005/8/layout/process4"/>
    <dgm:cxn modelId="{40B701F7-928B-4427-9206-C34571073573}" type="presParOf" srcId="{E41565D6-8E23-4A01-9982-DA518741D3A8}" destId="{49996196-2ADC-4D41-BF38-304932A7C943}" srcOrd="2" destOrd="0" presId="urn:microsoft.com/office/officeart/2005/8/layout/process4"/>
    <dgm:cxn modelId="{CAE35975-E9B7-422E-B705-1355F79EDF23}" type="presParOf" srcId="{E41565D6-8E23-4A01-9982-DA518741D3A8}" destId="{C583371A-BD89-4A8F-A397-F847AD2A6877}" srcOrd="3" destOrd="0" presId="urn:microsoft.com/office/officeart/2005/8/layout/process4"/>
    <dgm:cxn modelId="{7866A7F4-D477-4A10-830C-341D4998AEA8}" type="presParOf" srcId="{E41565D6-8E23-4A01-9982-DA518741D3A8}" destId="{A43098DD-CD0B-49A6-B828-D18312855CBD}" srcOrd="4" destOrd="0" presId="urn:microsoft.com/office/officeart/2005/8/layout/process4"/>
    <dgm:cxn modelId="{7501F0D6-F28C-486B-9C89-391D66ABEA4F}" type="presParOf" srcId="{E41565D6-8E23-4A01-9982-DA518741D3A8}" destId="{5972C329-D193-44AF-8966-40CBACBA6A65}" srcOrd="5" destOrd="0" presId="urn:microsoft.com/office/officeart/2005/8/layout/process4"/>
    <dgm:cxn modelId="{9A868FBC-D481-4212-9938-207ED08E9D60}" type="presParOf" srcId="{E41565D6-8E23-4A01-9982-DA518741D3A8}" destId="{9144C284-00DE-44AB-AFB7-333926FE2D16}" srcOrd="6" destOrd="0" presId="urn:microsoft.com/office/officeart/2005/8/layout/process4"/>
    <dgm:cxn modelId="{AEA7164C-0D46-497A-B8E7-E9012C2AE611}" type="presParOf" srcId="{C707687E-2147-4942-8E6E-EF5D74DE6FFB}" destId="{BA79EE5F-868D-468B-A2D1-E4A97D490598}" srcOrd="3" destOrd="0" presId="urn:microsoft.com/office/officeart/2005/8/layout/process4"/>
    <dgm:cxn modelId="{C7774814-3D49-4536-BE1D-034E10D8400C}" type="presParOf" srcId="{C707687E-2147-4942-8E6E-EF5D74DE6FFB}" destId="{8FAE2A23-E220-4E33-8027-5F13F6E3E200}" srcOrd="4" destOrd="0" presId="urn:microsoft.com/office/officeart/2005/8/layout/process4"/>
    <dgm:cxn modelId="{7DB1E475-79A0-4E70-807E-0B71AA3BC751}" type="presParOf" srcId="{8FAE2A23-E220-4E33-8027-5F13F6E3E200}" destId="{6326E866-1A3E-476B-944A-4C1D3CCC0157}" srcOrd="0" destOrd="0" presId="urn:microsoft.com/office/officeart/2005/8/layout/process4"/>
    <dgm:cxn modelId="{09CCAD5F-28CE-4D44-8B9B-25A9DE90BD46}" type="presParOf" srcId="{8FAE2A23-E220-4E33-8027-5F13F6E3E200}" destId="{E944374A-F1DC-43C7-9DDC-C20DBA59A4DB}" srcOrd="1" destOrd="0" presId="urn:microsoft.com/office/officeart/2005/8/layout/process4"/>
    <dgm:cxn modelId="{926260FD-3891-4535-8626-0A7B3BD6E286}" type="presParOf" srcId="{8FAE2A23-E220-4E33-8027-5F13F6E3E200}" destId="{E3082AB1-7F0F-4C0A-8165-82767CD84874}" srcOrd="2" destOrd="0" presId="urn:microsoft.com/office/officeart/2005/8/layout/process4"/>
    <dgm:cxn modelId="{418937EF-F194-46A5-A91B-0F7B4C5121FA}" type="presParOf" srcId="{E3082AB1-7F0F-4C0A-8165-82767CD84874}" destId="{06686E3D-F88A-44FD-AB76-60462D292F88}" srcOrd="0" destOrd="0" presId="urn:microsoft.com/office/officeart/2005/8/layout/process4"/>
    <dgm:cxn modelId="{071F2920-2650-4CE9-9189-2BCF249F8423}" type="presParOf" srcId="{E3082AB1-7F0F-4C0A-8165-82767CD84874}" destId="{5061DEA7-E0A9-4F38-B2C0-869F53A9E3C7}" srcOrd="1" destOrd="0" presId="urn:microsoft.com/office/officeart/2005/8/layout/process4"/>
    <dgm:cxn modelId="{E0DBD28C-E811-4BBE-8CCC-7FC9B10CA67D}" type="presParOf" srcId="{E3082AB1-7F0F-4C0A-8165-82767CD84874}" destId="{C889A70E-127B-47B9-A209-4FCD9E412787}" srcOrd="2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94542-6529-40F7-8366-6C05B6C76DB8}">
      <dsp:nvSpPr>
        <dsp:cNvPr id="0" name=""/>
        <dsp:cNvSpPr/>
      </dsp:nvSpPr>
      <dsp:spPr>
        <a:xfrm>
          <a:off x="0" y="4074970"/>
          <a:ext cx="11530361" cy="1341750"/>
        </a:xfrm>
        <a:prstGeom prst="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POSTGRESQL </a:t>
          </a:r>
          <a:r>
            <a:rPr lang="ru-RU" sz="2500" b="1" kern="1200" dirty="0"/>
            <a:t>– БАЗА ДАННЫХ</a:t>
          </a:r>
        </a:p>
      </dsp:txBody>
      <dsp:txXfrm>
        <a:off x="0" y="4074970"/>
        <a:ext cx="11530361" cy="724545"/>
      </dsp:txXfrm>
    </dsp:sp>
    <dsp:sp modelId="{5C36D582-F3A5-428F-A1B4-D5D13418E41A}">
      <dsp:nvSpPr>
        <dsp:cNvPr id="0" name=""/>
        <dsp:cNvSpPr/>
      </dsp:nvSpPr>
      <dsp:spPr>
        <a:xfrm>
          <a:off x="0" y="4785641"/>
          <a:ext cx="5765180" cy="617205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Таблица</a:t>
          </a:r>
          <a:r>
            <a:rPr lang="en-US" sz="1800" b="1" kern="1200" dirty="0"/>
            <a:t>:</a:t>
          </a:r>
          <a:r>
            <a:rPr lang="ru-RU" sz="1800" b="1" kern="1200" dirty="0"/>
            <a:t> </a:t>
          </a:r>
          <a:r>
            <a:rPr lang="en-US" sz="1800" b="1" kern="1200" dirty="0"/>
            <a:t>Panel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id | title | image | text | </a:t>
          </a:r>
          <a:r>
            <a:rPr lang="en-US" sz="1700" b="1" kern="1200" dirty="0" err="1"/>
            <a:t>is_start</a:t>
          </a:r>
          <a:r>
            <a:rPr lang="en-US" sz="1700" b="1" kern="1200" dirty="0"/>
            <a:t> | </a:t>
          </a:r>
          <a:r>
            <a:rPr lang="en-US" sz="1700" b="1" kern="1200" dirty="0" err="1"/>
            <a:t>is_end</a:t>
          </a:r>
          <a:r>
            <a:rPr lang="en-US" sz="1700" b="1" kern="1200" dirty="0"/>
            <a:t> | </a:t>
          </a:r>
          <a:r>
            <a:rPr lang="en-US" sz="1700" b="1" kern="1200" dirty="0" err="1"/>
            <a:t>created_at</a:t>
          </a:r>
          <a:endParaRPr lang="ru-RU" sz="1700" b="1" kern="1200" dirty="0"/>
        </a:p>
      </dsp:txBody>
      <dsp:txXfrm>
        <a:off x="0" y="4785641"/>
        <a:ext cx="5765180" cy="617205"/>
      </dsp:txXfrm>
    </dsp:sp>
    <dsp:sp modelId="{9C59BC55-AEF0-47C3-ADCE-349E6F9825C7}">
      <dsp:nvSpPr>
        <dsp:cNvPr id="0" name=""/>
        <dsp:cNvSpPr/>
      </dsp:nvSpPr>
      <dsp:spPr>
        <a:xfrm>
          <a:off x="5765180" y="4785641"/>
          <a:ext cx="5765180" cy="617205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Таблица</a:t>
          </a:r>
          <a:r>
            <a:rPr lang="en-US" sz="1800" b="1" kern="1200" dirty="0"/>
            <a:t>:</a:t>
          </a:r>
          <a:r>
            <a:rPr lang="ru-RU" sz="1800" b="1" kern="1200" dirty="0"/>
            <a:t> </a:t>
          </a:r>
          <a:r>
            <a:rPr lang="en-US" sz="1800" b="1" kern="1200" dirty="0"/>
            <a:t>Choice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id | text | </a:t>
          </a:r>
          <a:r>
            <a:rPr lang="en-US" sz="1700" b="1" kern="1200" dirty="0" err="1"/>
            <a:t>from_panel_id</a:t>
          </a:r>
          <a:r>
            <a:rPr lang="en-US" sz="1700" b="1" kern="1200" dirty="0"/>
            <a:t> | </a:t>
          </a:r>
          <a:r>
            <a:rPr lang="en-US" sz="1700" b="1" kern="1200" dirty="0" err="1"/>
            <a:t>to_panel_id</a:t>
          </a:r>
          <a:r>
            <a:rPr lang="en-US" sz="1700" b="1" kern="1200" dirty="0"/>
            <a:t> | </a:t>
          </a:r>
          <a:r>
            <a:rPr lang="en-US" sz="1700" b="1" kern="1200" dirty="0" err="1"/>
            <a:t>created_at</a:t>
          </a:r>
          <a:endParaRPr lang="ru-RU" sz="1700" b="1" kern="1200" dirty="0"/>
        </a:p>
      </dsp:txBody>
      <dsp:txXfrm>
        <a:off x="5765180" y="4785641"/>
        <a:ext cx="5765180" cy="617205"/>
      </dsp:txXfrm>
    </dsp:sp>
    <dsp:sp modelId="{B0E3AE24-CD9F-4CA5-8FF6-E887E8854F7A}">
      <dsp:nvSpPr>
        <dsp:cNvPr id="0" name=""/>
        <dsp:cNvSpPr/>
      </dsp:nvSpPr>
      <dsp:spPr>
        <a:xfrm rot="10800000">
          <a:off x="0" y="2044445"/>
          <a:ext cx="11530361" cy="2063612"/>
        </a:xfrm>
        <a:prstGeom prst="upArrowCallou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DJANGO </a:t>
          </a:r>
          <a:r>
            <a:rPr lang="ru-RU" sz="2500" b="1" kern="1200" dirty="0"/>
            <a:t>СЕРВЕР </a:t>
          </a:r>
          <a:r>
            <a:rPr lang="en-US" sz="2500" b="1" kern="1200" dirty="0"/>
            <a:t>(Python)</a:t>
          </a:r>
          <a:endParaRPr lang="ru-RU" sz="2500" b="1" kern="1200" dirty="0"/>
        </a:p>
      </dsp:txBody>
      <dsp:txXfrm rot="-10800000">
        <a:off x="0" y="2044445"/>
        <a:ext cx="11530361" cy="724327"/>
      </dsp:txXfrm>
    </dsp:sp>
    <dsp:sp modelId="{96A53EB3-773F-4D7B-B1A7-B53407774FF1}">
      <dsp:nvSpPr>
        <dsp:cNvPr id="0" name=""/>
        <dsp:cNvSpPr/>
      </dsp:nvSpPr>
      <dsp:spPr>
        <a:xfrm>
          <a:off x="1407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urls.py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Маршрутизация</a:t>
          </a:r>
        </a:p>
      </dsp:txBody>
      <dsp:txXfrm>
        <a:off x="1407" y="2768773"/>
        <a:ext cx="1646792" cy="617020"/>
      </dsp:txXfrm>
    </dsp:sp>
    <dsp:sp modelId="{AE60284A-BA85-43D6-8D0C-9A7C3EB8E007}">
      <dsp:nvSpPr>
        <dsp:cNvPr id="0" name=""/>
        <dsp:cNvSpPr/>
      </dsp:nvSpPr>
      <dsp:spPr>
        <a:xfrm>
          <a:off x="1648199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view.py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Логика панелей </a:t>
          </a:r>
        </a:p>
      </dsp:txBody>
      <dsp:txXfrm>
        <a:off x="1648199" y="2768773"/>
        <a:ext cx="1646792" cy="617020"/>
      </dsp:txXfrm>
    </dsp:sp>
    <dsp:sp modelId="{49996196-2ADC-4D41-BF38-304932A7C943}">
      <dsp:nvSpPr>
        <dsp:cNvPr id="0" name=""/>
        <dsp:cNvSpPr/>
      </dsp:nvSpPr>
      <dsp:spPr>
        <a:xfrm>
          <a:off x="3294992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models.py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Структура данных</a:t>
          </a:r>
        </a:p>
      </dsp:txBody>
      <dsp:txXfrm>
        <a:off x="3294992" y="2768773"/>
        <a:ext cx="1646792" cy="617020"/>
      </dsp:txXfrm>
    </dsp:sp>
    <dsp:sp modelId="{C583371A-BD89-4A8F-A397-F847AD2A6877}">
      <dsp:nvSpPr>
        <dsp:cNvPr id="0" name=""/>
        <dsp:cNvSpPr/>
      </dsp:nvSpPr>
      <dsp:spPr>
        <a:xfrm>
          <a:off x="4941784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templates.py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Base, panel</a:t>
          </a:r>
          <a:endParaRPr lang="ru-RU" sz="1200" b="1" kern="1200" dirty="0"/>
        </a:p>
      </dsp:txBody>
      <dsp:txXfrm>
        <a:off x="4941784" y="2768773"/>
        <a:ext cx="1646792" cy="617020"/>
      </dsp:txXfrm>
    </dsp:sp>
    <dsp:sp modelId="{A43098DD-CD0B-49A6-B828-D18312855CBD}">
      <dsp:nvSpPr>
        <dsp:cNvPr id="0" name=""/>
        <dsp:cNvSpPr/>
      </dsp:nvSpPr>
      <dsp:spPr>
        <a:xfrm>
          <a:off x="6588577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admin.py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Управление контентом</a:t>
          </a:r>
        </a:p>
      </dsp:txBody>
      <dsp:txXfrm>
        <a:off x="6588577" y="2768773"/>
        <a:ext cx="1646792" cy="617020"/>
      </dsp:txXfrm>
    </dsp:sp>
    <dsp:sp modelId="{5972C329-D193-44AF-8966-40CBACBA6A65}">
      <dsp:nvSpPr>
        <dsp:cNvPr id="0" name=""/>
        <dsp:cNvSpPr/>
      </dsp:nvSpPr>
      <dsp:spPr>
        <a:xfrm>
          <a:off x="8235369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settings.py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Конфигурация </a:t>
          </a:r>
          <a:r>
            <a:rPr lang="ru-RU" sz="1200" b="1" kern="1200" dirty="0" err="1"/>
            <a:t>проэкта</a:t>
          </a:r>
          <a:endParaRPr lang="ru-RU" sz="1200" b="1" kern="1200" dirty="0"/>
        </a:p>
      </dsp:txBody>
      <dsp:txXfrm>
        <a:off x="8235369" y="2768773"/>
        <a:ext cx="1646792" cy="617020"/>
      </dsp:txXfrm>
    </dsp:sp>
    <dsp:sp modelId="{9144C284-00DE-44AB-AFB7-333926FE2D16}">
      <dsp:nvSpPr>
        <dsp:cNvPr id="0" name=""/>
        <dsp:cNvSpPr/>
      </dsp:nvSpPr>
      <dsp:spPr>
        <a:xfrm>
          <a:off x="9882162" y="2768773"/>
          <a:ext cx="1646792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media/panels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Изображения комикса</a:t>
          </a:r>
        </a:p>
      </dsp:txBody>
      <dsp:txXfrm>
        <a:off x="9882162" y="2768773"/>
        <a:ext cx="1646792" cy="617020"/>
      </dsp:txXfrm>
    </dsp:sp>
    <dsp:sp modelId="{E944374A-F1DC-43C7-9DDC-C20DBA59A4DB}">
      <dsp:nvSpPr>
        <dsp:cNvPr id="0" name=""/>
        <dsp:cNvSpPr/>
      </dsp:nvSpPr>
      <dsp:spPr>
        <a:xfrm rot="10800000">
          <a:off x="0" y="0"/>
          <a:ext cx="11530361" cy="2063612"/>
        </a:xfrm>
        <a:prstGeom prst="upArrowCallou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/>
            <a:t>Клиент (браузер пользователя)</a:t>
          </a:r>
        </a:p>
      </dsp:txBody>
      <dsp:txXfrm rot="-10800000">
        <a:off x="0" y="0"/>
        <a:ext cx="11530361" cy="724327"/>
      </dsp:txXfrm>
    </dsp:sp>
    <dsp:sp modelId="{06686E3D-F88A-44FD-AB76-60462D292F88}">
      <dsp:nvSpPr>
        <dsp:cNvPr id="0" name=""/>
        <dsp:cNvSpPr/>
      </dsp:nvSpPr>
      <dsp:spPr>
        <a:xfrm>
          <a:off x="5630" y="725287"/>
          <a:ext cx="3839700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256032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HTML</a:t>
          </a:r>
          <a:endParaRPr lang="ru-RU" sz="3600" b="1" kern="1200" dirty="0"/>
        </a:p>
      </dsp:txBody>
      <dsp:txXfrm>
        <a:off x="5630" y="725287"/>
        <a:ext cx="3839700" cy="617020"/>
      </dsp:txXfrm>
    </dsp:sp>
    <dsp:sp modelId="{5061DEA7-E0A9-4F38-B2C0-869F53A9E3C7}">
      <dsp:nvSpPr>
        <dsp:cNvPr id="0" name=""/>
        <dsp:cNvSpPr/>
      </dsp:nvSpPr>
      <dsp:spPr>
        <a:xfrm>
          <a:off x="3845330" y="725287"/>
          <a:ext cx="3839700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256032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CSS</a:t>
          </a:r>
          <a:r>
            <a:rPr lang="en-US" sz="1200" kern="1200" dirty="0"/>
            <a:t> </a:t>
          </a:r>
          <a:endParaRPr lang="ru-RU" sz="1200" kern="1200" dirty="0"/>
        </a:p>
      </dsp:txBody>
      <dsp:txXfrm>
        <a:off x="3845330" y="725287"/>
        <a:ext cx="3839700" cy="617020"/>
      </dsp:txXfrm>
    </dsp:sp>
    <dsp:sp modelId="{C889A70E-127B-47B9-A209-4FCD9E412787}">
      <dsp:nvSpPr>
        <dsp:cNvPr id="0" name=""/>
        <dsp:cNvSpPr/>
      </dsp:nvSpPr>
      <dsp:spPr>
        <a:xfrm>
          <a:off x="7685031" y="725287"/>
          <a:ext cx="3839700" cy="617020"/>
        </a:xfrm>
        <a:prstGeom prst="rect">
          <a:avLst/>
        </a:prstGeom>
        <a:solidFill>
          <a:schemeClr val="tx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256032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JavaScript</a:t>
          </a:r>
          <a:endParaRPr lang="ru-RU" sz="3600" b="1" kern="1200" dirty="0"/>
        </a:p>
      </dsp:txBody>
      <dsp:txXfrm>
        <a:off x="7685031" y="725287"/>
        <a:ext cx="3839700" cy="617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935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6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03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35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78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44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37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2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79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85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6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FC0B2-8739-44A8-B09E-92BF77672703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52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69535-A1B2-4C7D-BC61-5AB167FC6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668"/>
            <a:ext cx="9144000" cy="2865864"/>
          </a:xfrm>
        </p:spPr>
        <p:txBody>
          <a:bodyPr>
            <a:noAutofit/>
          </a:bodyPr>
          <a:lstStyle/>
          <a:p>
            <a:r>
              <a:rPr lang="en-US" sz="7200" b="1" i="0" dirty="0">
                <a:effectLst/>
                <a:latin typeface="-apple-system"/>
              </a:rPr>
              <a:t>ZOMBIE COMIC </a:t>
            </a:r>
            <a:r>
              <a:rPr lang="ru-RU" sz="6600" b="1" i="0" dirty="0">
                <a:effectLst/>
                <a:latin typeface="-apple-system"/>
              </a:rPr>
              <a:t>Интерактивный веб-комикс</a:t>
            </a:r>
            <a:endParaRPr lang="ru-RU" sz="66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C67BA9-5DA8-46A4-B5F5-5373623CE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3649"/>
            <a:ext cx="9144000" cy="1862252"/>
          </a:xfrm>
        </p:spPr>
        <p:txBody>
          <a:bodyPr>
            <a:noAutofit/>
          </a:bodyPr>
          <a:lstStyle/>
          <a:p>
            <a:r>
              <a:rPr lang="ru-RU" sz="3200" b="1" i="0" dirty="0">
                <a:solidFill>
                  <a:srgbClr val="FF0000"/>
                </a:solidFill>
                <a:effectLst/>
                <a:latin typeface="-apple-system"/>
              </a:rPr>
              <a:t>Адаптация комикс-игры Джона </a:t>
            </a:r>
            <a:r>
              <a:rPr lang="ru-RU" sz="3200" b="1" i="0" dirty="0" err="1">
                <a:solidFill>
                  <a:srgbClr val="FF0000"/>
                </a:solidFill>
                <a:effectLst/>
                <a:latin typeface="-apple-system"/>
              </a:rPr>
              <a:t>Ланкрая</a:t>
            </a:r>
            <a:r>
              <a:rPr lang="ru-RU" sz="3200" b="1" i="0" dirty="0">
                <a:solidFill>
                  <a:srgbClr val="FF0000"/>
                </a:solidFill>
                <a:effectLst/>
                <a:latin typeface="-apple-system"/>
              </a:rPr>
              <a:t> с ветвящимся сюжетом</a:t>
            </a:r>
            <a:endParaRPr lang="en-US" sz="3200" b="1" i="0" dirty="0">
              <a:solidFill>
                <a:srgbClr val="FF0000"/>
              </a:solidFill>
              <a:effectLst/>
              <a:latin typeface="-apple-system"/>
            </a:endParaRPr>
          </a:p>
          <a:p>
            <a:endParaRPr lang="en-US" sz="32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1747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EAFAD46C-A035-4FD9-B790-6813A7AA7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470858"/>
              </p:ext>
            </p:extLst>
          </p:nvPr>
        </p:nvGraphicFramePr>
        <p:xfrm>
          <a:off x="858645" y="512956"/>
          <a:ext cx="10496744" cy="617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7940">
                  <a:extLst>
                    <a:ext uri="{9D8B030D-6E8A-4147-A177-3AD203B41FA5}">
                      <a16:colId xmlns:a16="http://schemas.microsoft.com/office/drawing/2014/main" val="1623992573"/>
                    </a:ext>
                  </a:extLst>
                </a:gridCol>
                <a:gridCol w="5278804">
                  <a:extLst>
                    <a:ext uri="{9D8B030D-6E8A-4147-A177-3AD203B41FA5}">
                      <a16:colId xmlns:a16="http://schemas.microsoft.com/office/drawing/2014/main" val="3927294734"/>
                    </a:ext>
                  </a:extLst>
                </a:gridCol>
              </a:tblGrid>
              <a:tr h="1590336">
                <a:tc>
                  <a:txBody>
                    <a:bodyPr/>
                    <a:lstStyle/>
                    <a:p>
                      <a:pPr algn="ctr" fontAlgn="t"/>
                      <a:r>
                        <a:rPr lang="ru-RU" sz="6600" b="1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Проблема</a:t>
                      </a:r>
                    </a:p>
                  </a:txBody>
                  <a:tcPr marL="95250" marR="95250" marT="95250" marB="9525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lang="ru-RU" sz="6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38955"/>
                  </a:ext>
                </a:extLst>
              </a:tr>
              <a:tr h="1910116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Книжная версия неудобна для чтения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Веб-приложение с интерактивным интерфейсом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57730"/>
                  </a:ext>
                </a:extLst>
              </a:tr>
              <a:tr h="1337082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Линейный сюжет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Ветвящийся сюжет с выбором действий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10986"/>
                  </a:ext>
                </a:extLst>
              </a:tr>
              <a:tr h="1337082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Статичный контент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Динамические панели с кнопками перехода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2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5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48557-EE15-4F5F-BF52-73AAD83D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9864"/>
            <a:ext cx="10515600" cy="1182029"/>
          </a:xfrm>
        </p:spPr>
        <p:txBody>
          <a:bodyPr>
            <a:noAutofit/>
          </a:bodyPr>
          <a:lstStyle/>
          <a:p>
            <a:pPr algn="ctr"/>
            <a:r>
              <a:rPr lang="ru-RU" sz="8800" b="1" dirty="0"/>
              <a:t>Технологический стек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D88E57-CAEB-47D1-B77F-F43AB66A2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0107"/>
            <a:ext cx="10515600" cy="3279543"/>
          </a:xfrm>
        </p:spPr>
        <p:txBody>
          <a:bodyPr>
            <a:normAutofit lnSpcReduction="10000"/>
          </a:bodyPr>
          <a:lstStyle/>
          <a:p>
            <a:r>
              <a:rPr lang="ru-RU" sz="4400" i="0" dirty="0" err="1">
                <a:effectLst/>
                <a:latin typeface="inherit"/>
              </a:rPr>
              <a:t>Фронтенд</a:t>
            </a:r>
            <a:r>
              <a:rPr lang="ru-RU" sz="4400" i="0" dirty="0">
                <a:effectLst/>
                <a:latin typeface="inherit"/>
              </a:rPr>
              <a:t>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inherit"/>
              </a:rPr>
              <a:t>HTML, CSS, JavaScript</a:t>
            </a:r>
            <a:r>
              <a:rPr lang="ru-RU" sz="4400" b="1" dirty="0">
                <a:solidFill>
                  <a:srgbClr val="FF0000"/>
                </a:solidFill>
                <a:latin typeface="inherit"/>
              </a:rPr>
              <a:t>.</a:t>
            </a:r>
            <a:endParaRPr lang="en-US" sz="4400" b="1" i="0" dirty="0">
              <a:solidFill>
                <a:srgbClr val="FF0000"/>
              </a:solidFill>
              <a:effectLst/>
              <a:latin typeface="inherit"/>
            </a:endParaRPr>
          </a:p>
          <a:p>
            <a:r>
              <a:rPr lang="ru-RU" sz="4400" i="0" dirty="0">
                <a:effectLst/>
                <a:latin typeface="-apple-system"/>
              </a:rPr>
              <a:t>Бэкенд: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-apple-system"/>
              </a:rPr>
              <a:t>Python, Django</a:t>
            </a:r>
            <a:r>
              <a:rPr lang="ru-RU" sz="4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</a:p>
          <a:p>
            <a:r>
              <a:rPr lang="ru-RU" sz="4400" i="0" dirty="0">
                <a:effectLst/>
                <a:latin typeface="inherit"/>
              </a:rPr>
              <a:t>База данных: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inherit"/>
              </a:rPr>
              <a:t>PostgreSQL</a:t>
            </a:r>
            <a:r>
              <a:rPr lang="ru-RU" sz="4400" b="1" i="0" dirty="0">
                <a:solidFill>
                  <a:srgbClr val="FF0000"/>
                </a:solidFill>
                <a:effectLst/>
                <a:latin typeface="inherit"/>
              </a:rPr>
              <a:t>.</a:t>
            </a:r>
          </a:p>
          <a:p>
            <a:r>
              <a:rPr lang="ru-RU" sz="4400" i="0" dirty="0">
                <a:effectLst/>
                <a:latin typeface="inherit"/>
              </a:rPr>
              <a:t>Медиа</a:t>
            </a:r>
            <a:r>
              <a:rPr lang="en-US" sz="4400" i="0" dirty="0">
                <a:effectLst/>
                <a:latin typeface="inherit"/>
              </a:rPr>
              <a:t>: </a:t>
            </a:r>
            <a:r>
              <a:rPr lang="en-US" sz="4400" i="0" dirty="0">
                <a:solidFill>
                  <a:srgbClr val="FF0000"/>
                </a:solidFill>
                <a:effectLst/>
                <a:latin typeface="-apple-system"/>
              </a:rPr>
              <a:t>media/panels/</a:t>
            </a:r>
            <a:r>
              <a:rPr lang="ru-RU" sz="440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ru-RU" sz="4400" i="0" dirty="0">
                <a:effectLst/>
                <a:latin typeface="-apple-system"/>
              </a:rPr>
              <a:t>— хранилище изображений комикса.</a:t>
            </a:r>
            <a:endParaRPr lang="en-US" sz="4400" i="0" dirty="0">
              <a:effectLst/>
              <a:latin typeface="inheri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01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C36AAF7-D3C2-4BBA-A5BE-24FD4F50853A}"/>
              </a:ext>
            </a:extLst>
          </p:cNvPr>
          <p:cNvSpPr/>
          <p:nvPr/>
        </p:nvSpPr>
        <p:spPr>
          <a:xfrm>
            <a:off x="4304371" y="956582"/>
            <a:ext cx="2821257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Стартовая страница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7E7B5B3-A564-41F2-9881-E52D93755C46}"/>
              </a:ext>
            </a:extLst>
          </p:cNvPr>
          <p:cNvSpPr/>
          <p:nvPr/>
        </p:nvSpPr>
        <p:spPr>
          <a:xfrm>
            <a:off x="4315523" y="1927180"/>
            <a:ext cx="2821256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Панель комикса</a:t>
            </a:r>
            <a:r>
              <a:rPr lang="en-US" b="1" dirty="0"/>
              <a:t> #1</a:t>
            </a:r>
            <a:endParaRPr lang="ru-RU" b="1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A794CB3-6285-4299-B646-574D7B100FC6}"/>
              </a:ext>
            </a:extLst>
          </p:cNvPr>
          <p:cNvSpPr/>
          <p:nvPr/>
        </p:nvSpPr>
        <p:spPr>
          <a:xfrm>
            <a:off x="925552" y="2816352"/>
            <a:ext cx="3111190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Выбор 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2B2514D-9FA0-4154-91B1-FD087A0C02E3}"/>
              </a:ext>
            </a:extLst>
          </p:cNvPr>
          <p:cNvSpPr/>
          <p:nvPr/>
        </p:nvSpPr>
        <p:spPr>
          <a:xfrm>
            <a:off x="7535436" y="2784101"/>
            <a:ext cx="2902105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Выбор Б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69FA76C-1CCD-4516-ACD8-D19931AF25E9}"/>
              </a:ext>
            </a:extLst>
          </p:cNvPr>
          <p:cNvSpPr/>
          <p:nvPr/>
        </p:nvSpPr>
        <p:spPr>
          <a:xfrm>
            <a:off x="943207" y="3945108"/>
            <a:ext cx="3111190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Панель комикса</a:t>
            </a:r>
            <a:r>
              <a:rPr lang="en-US" b="1" dirty="0"/>
              <a:t> #2</a:t>
            </a:r>
            <a:endParaRPr lang="ru-RU" b="1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EC0516B-CA11-41BC-82D0-C6804124333E}"/>
              </a:ext>
            </a:extLst>
          </p:cNvPr>
          <p:cNvSpPr/>
          <p:nvPr/>
        </p:nvSpPr>
        <p:spPr>
          <a:xfrm>
            <a:off x="7548445" y="3912856"/>
            <a:ext cx="2902105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Панель комикса</a:t>
            </a:r>
            <a:r>
              <a:rPr lang="en-US" b="1" dirty="0"/>
              <a:t> #3</a:t>
            </a:r>
            <a:endParaRPr lang="ru-RU" b="1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9E5BBCD-AC1B-4E8B-BF32-C1A4F1A5A245}"/>
              </a:ext>
            </a:extLst>
          </p:cNvPr>
          <p:cNvSpPr/>
          <p:nvPr/>
        </p:nvSpPr>
        <p:spPr>
          <a:xfrm>
            <a:off x="1025913" y="5073864"/>
            <a:ext cx="3028484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Выбор </a:t>
            </a:r>
            <a:r>
              <a:rPr lang="en-US" b="1" dirty="0"/>
              <a:t>C</a:t>
            </a:r>
            <a:r>
              <a:rPr lang="ru-RU" b="1" dirty="0"/>
              <a:t> - Концовка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3D96157-3E43-4236-A0FF-303C2AEE105B}"/>
              </a:ext>
            </a:extLst>
          </p:cNvPr>
          <p:cNvSpPr/>
          <p:nvPr/>
        </p:nvSpPr>
        <p:spPr>
          <a:xfrm>
            <a:off x="7535435" y="5041611"/>
            <a:ext cx="2915115" cy="61264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Выбор </a:t>
            </a:r>
            <a:r>
              <a:rPr lang="en-US" b="1" dirty="0"/>
              <a:t>D</a:t>
            </a:r>
            <a:r>
              <a:rPr lang="ru-RU" b="1" dirty="0"/>
              <a:t> - Концовка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C1CBFF2-34B0-464A-9EE6-7CF36D11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223024"/>
            <a:ext cx="10789889" cy="75754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Пользовательский путь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B8202EAE-DA24-4677-B593-7E3D94B86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7873" y="6022328"/>
            <a:ext cx="8849576" cy="612648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Каждый выбор ведёт к уникальной ветке сюжета!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2FD66877-9CD4-48AC-9784-907D5EEAA8D6}"/>
              </a:ext>
            </a:extLst>
          </p:cNvPr>
          <p:cNvSpPr/>
          <p:nvPr/>
        </p:nvSpPr>
        <p:spPr>
          <a:xfrm>
            <a:off x="5564459" y="1569230"/>
            <a:ext cx="312234" cy="35795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изогнутая вверх 18">
            <a:extLst>
              <a:ext uri="{FF2B5EF4-FFF2-40B4-BE49-F238E27FC236}">
                <a16:creationId xmlns:a16="http://schemas.microsoft.com/office/drawing/2014/main" id="{E4BE925D-B8CB-4959-880B-ABCE7CC7FE35}"/>
              </a:ext>
            </a:extLst>
          </p:cNvPr>
          <p:cNvSpPr/>
          <p:nvPr/>
        </p:nvSpPr>
        <p:spPr>
          <a:xfrm rot="10800000">
            <a:off x="2364059" y="2141031"/>
            <a:ext cx="1940312" cy="675320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: изогнутая вверх 21">
            <a:extLst>
              <a:ext uri="{FF2B5EF4-FFF2-40B4-BE49-F238E27FC236}">
                <a16:creationId xmlns:a16="http://schemas.microsoft.com/office/drawing/2014/main" id="{78674F34-8DB9-4E02-A355-86741FC32CF3}"/>
              </a:ext>
            </a:extLst>
          </p:cNvPr>
          <p:cNvSpPr/>
          <p:nvPr/>
        </p:nvSpPr>
        <p:spPr>
          <a:xfrm flipV="1">
            <a:off x="7147931" y="2141031"/>
            <a:ext cx="2074127" cy="612647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19127D27-47B9-4957-ABBF-6CEB3A290CAE}"/>
              </a:ext>
            </a:extLst>
          </p:cNvPr>
          <p:cNvSpPr/>
          <p:nvPr/>
        </p:nvSpPr>
        <p:spPr>
          <a:xfrm>
            <a:off x="2372887" y="3470511"/>
            <a:ext cx="334536" cy="48385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низ 23">
            <a:extLst>
              <a:ext uri="{FF2B5EF4-FFF2-40B4-BE49-F238E27FC236}">
                <a16:creationId xmlns:a16="http://schemas.microsoft.com/office/drawing/2014/main" id="{610A3FCC-4AB1-409B-9BDC-C319A9723C8E}"/>
              </a:ext>
            </a:extLst>
          </p:cNvPr>
          <p:cNvSpPr/>
          <p:nvPr/>
        </p:nvSpPr>
        <p:spPr>
          <a:xfrm>
            <a:off x="8913082" y="3413788"/>
            <a:ext cx="344294" cy="48385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: вниз 24">
            <a:extLst>
              <a:ext uri="{FF2B5EF4-FFF2-40B4-BE49-F238E27FC236}">
                <a16:creationId xmlns:a16="http://schemas.microsoft.com/office/drawing/2014/main" id="{834C97AE-42D3-4796-998C-A1017FEE7874}"/>
              </a:ext>
            </a:extLst>
          </p:cNvPr>
          <p:cNvSpPr/>
          <p:nvPr/>
        </p:nvSpPr>
        <p:spPr>
          <a:xfrm>
            <a:off x="2372887" y="4567015"/>
            <a:ext cx="334536" cy="5161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11AB5ADF-FAE2-47C5-B8E8-E965F4DCA8A3}"/>
              </a:ext>
            </a:extLst>
          </p:cNvPr>
          <p:cNvSpPr/>
          <p:nvPr/>
        </p:nvSpPr>
        <p:spPr>
          <a:xfrm>
            <a:off x="8913082" y="4552101"/>
            <a:ext cx="334536" cy="5161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040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0DEE3-6FA1-4966-84D0-E1832362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46" y="365126"/>
            <a:ext cx="10930054" cy="816904"/>
          </a:xfrm>
        </p:spPr>
        <p:txBody>
          <a:bodyPr>
            <a:noAutofit/>
          </a:bodyPr>
          <a:lstStyle/>
          <a:p>
            <a:pPr algn="ctr"/>
            <a:r>
              <a:rPr lang="ru-RU" sz="6000" b="1" dirty="0">
                <a:latin typeface="-apple-system"/>
              </a:rPr>
              <a:t>ДИАГРАММА ПОТОКА ДАННЫХ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CAF42F7-E659-43F0-920E-10B77746E902}"/>
              </a:ext>
            </a:extLst>
          </p:cNvPr>
          <p:cNvSpPr/>
          <p:nvPr/>
        </p:nvSpPr>
        <p:spPr>
          <a:xfrm>
            <a:off x="288304" y="1650380"/>
            <a:ext cx="2150792" cy="298295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ru-RU" sz="2000" b="1" dirty="0">
                <a:solidFill>
                  <a:schemeClr val="bg1"/>
                </a:solidFill>
              </a:rPr>
              <a:t>Пользователь</a:t>
            </a: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Открывает сайт</a:t>
            </a: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Видит панель</a:t>
            </a: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Выбирает действие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DADA2F5-5D84-4F5E-9F3B-7B326E31B40F}"/>
              </a:ext>
            </a:extLst>
          </p:cNvPr>
          <p:cNvSpPr/>
          <p:nvPr/>
        </p:nvSpPr>
        <p:spPr>
          <a:xfrm>
            <a:off x="3143016" y="1650380"/>
            <a:ext cx="2150792" cy="298295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ru-RU" sz="2000" b="1" dirty="0">
                <a:solidFill>
                  <a:schemeClr val="bg1"/>
                </a:solidFill>
              </a:rPr>
              <a:t>Браузер</a:t>
            </a: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Рендерит </a:t>
            </a:r>
            <a:r>
              <a:rPr lang="en-US" sz="1400" dirty="0">
                <a:solidFill>
                  <a:schemeClr val="bg1"/>
                </a:solidFill>
              </a:rPr>
              <a:t>HTML</a:t>
            </a: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Выполняет </a:t>
            </a:r>
            <a:r>
              <a:rPr lang="en-US" sz="1400" dirty="0">
                <a:solidFill>
                  <a:schemeClr val="bg1"/>
                </a:solidFill>
              </a:rPr>
              <a:t>JavaScript</a:t>
            </a:r>
            <a:endParaRPr lang="ru-RU" sz="1400" dirty="0">
              <a:solidFill>
                <a:schemeClr val="bg1"/>
              </a:solidFill>
            </a:endParaRPr>
          </a:p>
          <a:p>
            <a:pPr algn="ctr">
              <a:lnSpc>
                <a:spcPct val="250000"/>
              </a:lnSpc>
            </a:pPr>
            <a:r>
              <a:rPr lang="ru-RU" sz="1400" dirty="0">
                <a:solidFill>
                  <a:schemeClr val="bg1"/>
                </a:solidFill>
              </a:rPr>
              <a:t>Отрабатывает запрос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BC703A-7999-4317-8BB2-9EA053FDA504}"/>
              </a:ext>
            </a:extLst>
          </p:cNvPr>
          <p:cNvSpPr/>
          <p:nvPr/>
        </p:nvSpPr>
        <p:spPr>
          <a:xfrm>
            <a:off x="6184278" y="1650380"/>
            <a:ext cx="2327818" cy="298295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Django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urls.py</a:t>
            </a:r>
          </a:p>
          <a:p>
            <a:pPr algn="ctr"/>
            <a:r>
              <a:rPr lang="ru-RU" sz="1200" dirty="0">
                <a:solidFill>
                  <a:schemeClr val="bg1"/>
                </a:solidFill>
              </a:rPr>
              <a:t>Маршрутизация</a:t>
            </a:r>
            <a:endParaRPr lang="en-US" sz="12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views.py</a:t>
            </a:r>
          </a:p>
          <a:p>
            <a:pPr algn="ctr"/>
            <a:r>
              <a:rPr lang="ru-RU" sz="1200" dirty="0">
                <a:solidFill>
                  <a:schemeClr val="bg1"/>
                </a:solidFill>
              </a:rPr>
              <a:t>Отработка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models.py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ORM-</a:t>
            </a:r>
            <a:r>
              <a:rPr lang="ru-RU" sz="1200" dirty="0">
                <a:solidFill>
                  <a:schemeClr val="bg1"/>
                </a:solidFill>
              </a:rPr>
              <a:t>запрос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D5E7D92-92EE-43E5-8106-D864B1C12500}"/>
              </a:ext>
            </a:extLst>
          </p:cNvPr>
          <p:cNvSpPr/>
          <p:nvPr/>
        </p:nvSpPr>
        <p:spPr>
          <a:xfrm>
            <a:off x="9545444" y="5062654"/>
            <a:ext cx="2456984" cy="170613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media/panels/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изображения</a:t>
            </a:r>
          </a:p>
        </p:txBody>
      </p:sp>
      <p:sp>
        <p:nvSpPr>
          <p:cNvPr id="8" name="Блок-схема: магнитный диск 7">
            <a:extLst>
              <a:ext uri="{FF2B5EF4-FFF2-40B4-BE49-F238E27FC236}">
                <a16:creationId xmlns:a16="http://schemas.microsoft.com/office/drawing/2014/main" id="{C94D0600-F0AD-4D9D-A4D9-C5FF48B67631}"/>
              </a:ext>
            </a:extLst>
          </p:cNvPr>
          <p:cNvSpPr/>
          <p:nvPr/>
        </p:nvSpPr>
        <p:spPr>
          <a:xfrm>
            <a:off x="9545444" y="1494264"/>
            <a:ext cx="2542478" cy="3139068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PostgreSQL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Хранит панели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Хранит выборы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Связывает </a:t>
            </a:r>
            <a:r>
              <a:rPr lang="en-US" dirty="0">
                <a:solidFill>
                  <a:schemeClr val="bg1"/>
                </a:solidFill>
              </a:rPr>
              <a:t>Panel-Choice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076478E3-4924-4EF6-A0B4-C2B6DCE3C522}"/>
              </a:ext>
            </a:extLst>
          </p:cNvPr>
          <p:cNvSpPr/>
          <p:nvPr/>
        </p:nvSpPr>
        <p:spPr>
          <a:xfrm>
            <a:off x="2439096" y="2308302"/>
            <a:ext cx="703920" cy="5129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клик</a:t>
            </a: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7D40CF35-8309-4CEE-B961-DD6F0857731A}"/>
              </a:ext>
            </a:extLst>
          </p:cNvPr>
          <p:cNvSpPr/>
          <p:nvPr/>
        </p:nvSpPr>
        <p:spPr>
          <a:xfrm>
            <a:off x="5303802" y="2341756"/>
            <a:ext cx="880475" cy="602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http get/post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0AF0F0DC-7284-4FBD-AB3B-A913C851C76D}"/>
              </a:ext>
            </a:extLst>
          </p:cNvPr>
          <p:cNvSpPr/>
          <p:nvPr/>
        </p:nvSpPr>
        <p:spPr>
          <a:xfrm>
            <a:off x="8512096" y="2341756"/>
            <a:ext cx="1033348" cy="602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sql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E47FC950-1C8D-4A57-A184-8A8FECA3D955}"/>
              </a:ext>
            </a:extLst>
          </p:cNvPr>
          <p:cNvSpPr/>
          <p:nvPr/>
        </p:nvSpPr>
        <p:spPr>
          <a:xfrm>
            <a:off x="10281424" y="4633332"/>
            <a:ext cx="1159727" cy="5045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загрузка</a:t>
            </a:r>
          </a:p>
        </p:txBody>
      </p:sp>
      <p:sp>
        <p:nvSpPr>
          <p:cNvPr id="16" name="Стрелка: влево 15">
            <a:extLst>
              <a:ext uri="{FF2B5EF4-FFF2-40B4-BE49-F238E27FC236}">
                <a16:creationId xmlns:a16="http://schemas.microsoft.com/office/drawing/2014/main" id="{42CEA408-481F-43B5-818D-6C15BE92942C}"/>
              </a:ext>
            </a:extLst>
          </p:cNvPr>
          <p:cNvSpPr/>
          <p:nvPr/>
        </p:nvSpPr>
        <p:spPr>
          <a:xfrm>
            <a:off x="2352908" y="3757961"/>
            <a:ext cx="790108" cy="512957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rgbClr val="FF0000"/>
                </a:solidFill>
              </a:rPr>
              <a:t>отображение</a:t>
            </a:r>
          </a:p>
        </p:txBody>
      </p:sp>
      <p:sp>
        <p:nvSpPr>
          <p:cNvPr id="17" name="Стрелка: влево 16">
            <a:extLst>
              <a:ext uri="{FF2B5EF4-FFF2-40B4-BE49-F238E27FC236}">
                <a16:creationId xmlns:a16="http://schemas.microsoft.com/office/drawing/2014/main" id="{E4E0B738-964B-4880-88F7-18FEBE80BCD2}"/>
              </a:ext>
            </a:extLst>
          </p:cNvPr>
          <p:cNvSpPr/>
          <p:nvPr/>
        </p:nvSpPr>
        <p:spPr>
          <a:xfrm>
            <a:off x="5278245" y="3757960"/>
            <a:ext cx="906031" cy="512958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8" name="Стрелка: влево 17">
            <a:extLst>
              <a:ext uri="{FF2B5EF4-FFF2-40B4-BE49-F238E27FC236}">
                <a16:creationId xmlns:a16="http://schemas.microsoft.com/office/drawing/2014/main" id="{138EBD98-13A8-4483-B00B-A667F41C6AD3}"/>
              </a:ext>
            </a:extLst>
          </p:cNvPr>
          <p:cNvSpPr/>
          <p:nvPr/>
        </p:nvSpPr>
        <p:spPr>
          <a:xfrm>
            <a:off x="8512096" y="3757961"/>
            <a:ext cx="1033348" cy="602166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FF0000"/>
                </a:solidFill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415040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B2DA7-23D8-4F67-A524-F7F4356D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87" y="0"/>
            <a:ext cx="11441151" cy="104821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ZOMBIE COMIC </a:t>
            </a:r>
            <a:r>
              <a:rPr lang="ru-RU" b="1" dirty="0">
                <a:solidFill>
                  <a:srgbClr val="FF0000"/>
                </a:solidFill>
              </a:rPr>
              <a:t>– АРХИТЕКТУРА ПРИЛОЖЕНИЯ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67B59BA-8239-4CDF-9422-2CB67F87B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410253"/>
              </p:ext>
            </p:extLst>
          </p:nvPr>
        </p:nvGraphicFramePr>
        <p:xfrm>
          <a:off x="345687" y="1048217"/>
          <a:ext cx="11530362" cy="5430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F6FD56-A4B8-410A-A156-BA1CB6E27116}"/>
              </a:ext>
            </a:extLst>
          </p:cNvPr>
          <p:cNvSpPr/>
          <p:nvPr/>
        </p:nvSpPr>
        <p:spPr>
          <a:xfrm>
            <a:off x="5508701" y="2408663"/>
            <a:ext cx="1260089" cy="680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2BBC05-D4EE-4F1C-9E90-528E8F875155}"/>
              </a:ext>
            </a:extLst>
          </p:cNvPr>
          <p:cNvSpPr/>
          <p:nvPr/>
        </p:nvSpPr>
        <p:spPr>
          <a:xfrm>
            <a:off x="5508701" y="4443761"/>
            <a:ext cx="1260089" cy="680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E754944E-F9AF-45A3-9A7C-2C4BCF02D1E9}"/>
              </a:ext>
            </a:extLst>
          </p:cNvPr>
          <p:cNvSpPr/>
          <p:nvPr/>
        </p:nvSpPr>
        <p:spPr>
          <a:xfrm>
            <a:off x="7716642" y="2408663"/>
            <a:ext cx="2408663" cy="68022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HTTP</a:t>
            </a:r>
          </a:p>
          <a:p>
            <a:pPr algn="ctr"/>
            <a:r>
              <a:rPr lang="ru-RU" dirty="0"/>
              <a:t>запрос</a:t>
            </a: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023BE60B-CB2A-4EAE-AC7C-84AAE876CCB4}"/>
              </a:ext>
            </a:extLst>
          </p:cNvPr>
          <p:cNvSpPr/>
          <p:nvPr/>
        </p:nvSpPr>
        <p:spPr>
          <a:xfrm>
            <a:off x="7716641" y="4443761"/>
            <a:ext cx="2408665" cy="68022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SQL</a:t>
            </a:r>
          </a:p>
          <a:p>
            <a:pPr algn="ctr"/>
            <a:r>
              <a:rPr lang="ru-RU" dirty="0"/>
              <a:t>запросы</a:t>
            </a:r>
          </a:p>
        </p:txBody>
      </p:sp>
      <p:sp>
        <p:nvSpPr>
          <p:cNvPr id="13" name="Стрелка: вверх 12">
            <a:extLst>
              <a:ext uri="{FF2B5EF4-FFF2-40B4-BE49-F238E27FC236}">
                <a16:creationId xmlns:a16="http://schemas.microsoft.com/office/drawing/2014/main" id="{6E4658D4-F085-4F24-990C-7E8F77A17AB6}"/>
              </a:ext>
            </a:extLst>
          </p:cNvPr>
          <p:cNvSpPr/>
          <p:nvPr/>
        </p:nvSpPr>
        <p:spPr>
          <a:xfrm>
            <a:off x="2272989" y="2405877"/>
            <a:ext cx="2287860" cy="6802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HTML</a:t>
            </a:r>
          </a:p>
          <a:p>
            <a:pPr algn="ctr"/>
            <a:r>
              <a:rPr lang="ru-RU" dirty="0"/>
              <a:t>ответ</a:t>
            </a:r>
          </a:p>
        </p:txBody>
      </p:sp>
      <p:sp>
        <p:nvSpPr>
          <p:cNvPr id="14" name="Стрелка: вверх 13">
            <a:extLst>
              <a:ext uri="{FF2B5EF4-FFF2-40B4-BE49-F238E27FC236}">
                <a16:creationId xmlns:a16="http://schemas.microsoft.com/office/drawing/2014/main" id="{9B3549D6-795C-474E-A1AB-1ACFAD180996}"/>
              </a:ext>
            </a:extLst>
          </p:cNvPr>
          <p:cNvSpPr/>
          <p:nvPr/>
        </p:nvSpPr>
        <p:spPr>
          <a:xfrm>
            <a:off x="2342683" y="4442368"/>
            <a:ext cx="2218166" cy="6802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171282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209AA76-D87D-47EA-94A0-E2DF231D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79863"/>
            <a:ext cx="5157787" cy="981308"/>
          </a:xfrm>
        </p:spPr>
        <p:txBody>
          <a:bodyPr>
            <a:normAutofit/>
          </a:bodyPr>
          <a:lstStyle/>
          <a:p>
            <a:r>
              <a:rPr lang="ru-RU" sz="4800" dirty="0"/>
              <a:t>ПРЕИМУЩЕСТВА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DE85FA-2524-4069-8E51-453A1C116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06859"/>
            <a:ext cx="5157787" cy="428280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Интерактивность</a:t>
            </a:r>
            <a:r>
              <a:rPr lang="ru-RU" b="1" dirty="0"/>
              <a:t> - превращает пассивное чтение в активный опыт</a:t>
            </a:r>
          </a:p>
          <a:p>
            <a:r>
              <a:rPr lang="ru-RU" b="1" dirty="0">
                <a:solidFill>
                  <a:srgbClr val="FF0000"/>
                </a:solidFill>
              </a:rPr>
              <a:t>Доступность</a:t>
            </a:r>
            <a:r>
              <a:rPr lang="ru-RU" b="1" dirty="0"/>
              <a:t> - работает в любом браузере без дополнительной установки</a:t>
            </a:r>
          </a:p>
          <a:p>
            <a:r>
              <a:rPr lang="ru-RU" b="1" dirty="0">
                <a:solidFill>
                  <a:srgbClr val="FF0000"/>
                </a:solidFill>
              </a:rPr>
              <a:t>Гибкость</a:t>
            </a:r>
            <a:r>
              <a:rPr lang="ru-RU" b="1" dirty="0"/>
              <a:t> - легко добавлять новые панели и новые ветки сюжета</a:t>
            </a:r>
          </a:p>
          <a:p>
            <a:r>
              <a:rPr lang="ru-RU" b="1" dirty="0">
                <a:solidFill>
                  <a:srgbClr val="FF0000"/>
                </a:solidFill>
              </a:rPr>
              <a:t>Удобство</a:t>
            </a:r>
            <a:r>
              <a:rPr lang="en-US" b="1" dirty="0"/>
              <a:t> </a:t>
            </a:r>
            <a:r>
              <a:rPr lang="ru-RU" b="1" dirty="0"/>
              <a:t>- админ-панель для управления контентом без </a:t>
            </a:r>
            <a:r>
              <a:rPr lang="ru-RU" dirty="0"/>
              <a:t>кода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14D5E1-B73E-4915-8B58-9B5F403A8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79863"/>
            <a:ext cx="5183188" cy="981308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FF0000"/>
                </a:solidFill>
              </a:rPr>
              <a:t>ВЫЗОВЫ И РИСКИ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6CBF2F-EA02-4F4A-8CE1-2898A16BD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06859"/>
            <a:ext cx="5183188" cy="428280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Сложность контента </a:t>
            </a:r>
            <a:r>
              <a:rPr lang="ru-RU" b="1" dirty="0"/>
              <a:t>- ручной ввод и связей всех панелей – трудоёмко</a:t>
            </a:r>
          </a:p>
          <a:p>
            <a:r>
              <a:rPr lang="ru-RU" b="1" dirty="0">
                <a:solidFill>
                  <a:srgbClr val="FF0000"/>
                </a:solidFill>
              </a:rPr>
              <a:t>Медиа-зависимость</a:t>
            </a:r>
            <a:r>
              <a:rPr lang="ru-RU" b="1" dirty="0"/>
              <a:t> - большой объём изображений требует хранилища</a:t>
            </a:r>
          </a:p>
          <a:p>
            <a:r>
              <a:rPr lang="ru-RU" b="1" dirty="0">
                <a:solidFill>
                  <a:srgbClr val="FF0000"/>
                </a:solidFill>
              </a:rPr>
              <a:t>Масштабируемость</a:t>
            </a:r>
            <a:r>
              <a:rPr lang="ru-RU" b="1" dirty="0"/>
              <a:t> - при глубоком ответвлении сложно отслеживать логику</a:t>
            </a:r>
          </a:p>
          <a:p>
            <a:r>
              <a:rPr lang="ru-RU" b="1" dirty="0">
                <a:solidFill>
                  <a:srgbClr val="FF0000"/>
                </a:solidFill>
              </a:rPr>
              <a:t>Адаптивность</a:t>
            </a:r>
            <a:r>
              <a:rPr lang="ru-RU" b="1" dirty="0"/>
              <a:t> - нужна оптимизация под мобильные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25532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B85E24C9-8D85-4DD9-9535-6BB86D0C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88" y="479503"/>
            <a:ext cx="4257984" cy="981307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ВОЗМОЖНЫЕ УЛУЧШЕНИЯ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DF791C-3A7A-4309-8AD4-A5B39024E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73044"/>
            <a:ext cx="5157787" cy="4416619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Анимация переходов</a:t>
            </a:r>
            <a:r>
              <a:rPr lang="ru-RU" b="1" dirty="0"/>
              <a:t> между панелями для погружения</a:t>
            </a:r>
          </a:p>
          <a:p>
            <a:r>
              <a:rPr lang="ru-RU" b="1" dirty="0">
                <a:solidFill>
                  <a:srgbClr val="FF0000"/>
                </a:solidFill>
              </a:rPr>
              <a:t>Сохранение прогресса </a:t>
            </a:r>
            <a:r>
              <a:rPr lang="ru-RU" b="1" dirty="0"/>
              <a:t>профилей пользователей с историей выборов</a:t>
            </a:r>
          </a:p>
          <a:p>
            <a:r>
              <a:rPr lang="ru-RU" b="1" dirty="0">
                <a:solidFill>
                  <a:srgbClr val="FF0000"/>
                </a:solidFill>
              </a:rPr>
              <a:t>Аналитика </a:t>
            </a:r>
            <a:r>
              <a:rPr lang="ru-RU" b="1" dirty="0"/>
              <a:t>- сбор статистики по популярным веткам сюжета</a:t>
            </a:r>
          </a:p>
          <a:p>
            <a:r>
              <a:rPr lang="ru-RU" b="1" dirty="0" err="1">
                <a:solidFill>
                  <a:srgbClr val="FF0000"/>
                </a:solidFill>
              </a:rPr>
              <a:t>Мультиязычность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-поддержка переводов на разные языки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00C851-B157-4785-97F5-6F7FB4833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79503"/>
            <a:ext cx="4945566" cy="858643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FF0000"/>
                </a:solidFill>
              </a:rPr>
              <a:t>ЗАКЛЮЧЕНИЕ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FC3DE2-A6F3-408A-8DA6-3CA502C0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73044"/>
            <a:ext cx="5183188" cy="4605453"/>
          </a:xfrm>
        </p:spPr>
        <p:txBody>
          <a:bodyPr>
            <a:noAutofit/>
          </a:bodyPr>
          <a:lstStyle/>
          <a:p>
            <a:r>
              <a:rPr lang="ru-RU" b="1" dirty="0"/>
              <a:t>Проект успешно решает задачу адаптации комикса-игры в цифровой формат</a:t>
            </a:r>
          </a:p>
          <a:p>
            <a:r>
              <a:rPr lang="ru-RU" b="1" dirty="0"/>
              <a:t>Архитектура на </a:t>
            </a:r>
            <a:r>
              <a:rPr lang="en-US" b="1" dirty="0"/>
              <a:t>Django</a:t>
            </a:r>
            <a:r>
              <a:rPr lang="ru-RU" b="1" dirty="0"/>
              <a:t> обеспечивает надёжность и масштабируемость</a:t>
            </a:r>
          </a:p>
          <a:p>
            <a:r>
              <a:rPr lang="ru-RU" b="1" dirty="0"/>
              <a:t>Модель </a:t>
            </a:r>
            <a:r>
              <a:rPr lang="en-US" b="1" dirty="0"/>
              <a:t>Panel -&gt; Choice </a:t>
            </a:r>
            <a:r>
              <a:rPr lang="ru-RU" b="1" dirty="0"/>
              <a:t>создаёт гибкую систему ветвления сюжета</a:t>
            </a:r>
          </a:p>
          <a:p>
            <a:r>
              <a:rPr lang="ru-RU" b="1" dirty="0"/>
              <a:t>Есть значительный потенциал для расширения функционала</a:t>
            </a:r>
          </a:p>
        </p:txBody>
      </p:sp>
    </p:spTree>
    <p:extLst>
      <p:ext uri="{BB962C8B-B14F-4D97-AF65-F5344CB8AC3E}">
        <p14:creationId xmlns:p14="http://schemas.microsoft.com/office/powerpoint/2010/main" val="272118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ветящийся край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1720</TotalTime>
  <Words>399</Words>
  <Application>Microsoft Office PowerPoint</Application>
  <PresentationFormat>Широкоэкранный</PresentationFormat>
  <Paragraphs>106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inherit</vt:lpstr>
      <vt:lpstr>Office Theme</vt:lpstr>
      <vt:lpstr>ZOMBIE COMIC Интерактивный веб-комикс</vt:lpstr>
      <vt:lpstr>Презентация PowerPoint</vt:lpstr>
      <vt:lpstr>Технологический стек</vt:lpstr>
      <vt:lpstr>Пользовательский путь</vt:lpstr>
      <vt:lpstr>ДИАГРАММА ПОТОКА ДАННЫХ</vt:lpstr>
      <vt:lpstr>ZOMBIE COMIC – АРХИТЕКТУРА ПРИЛОЖЕНИЯ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ZOMBIE COMIC Интерактивный веб-комикс</dc:title>
  <dc:creator>админ</dc:creator>
  <cp:lastModifiedBy>админ</cp:lastModifiedBy>
  <cp:revision>5</cp:revision>
  <dcterms:created xsi:type="dcterms:W3CDTF">2026-04-24T11:20:51Z</dcterms:created>
  <dcterms:modified xsi:type="dcterms:W3CDTF">2026-04-27T16:13:54Z</dcterms:modified>
</cp:coreProperties>
</file>